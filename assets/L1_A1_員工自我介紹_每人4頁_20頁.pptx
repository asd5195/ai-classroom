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302316e7d64a9b" /><Relationship Type="http://schemas.openxmlformats.org/officeDocument/2006/relationships/extended-properties" Target="/docProps/app.xml" Id="R4dc16bcbf9b44964" /><Relationship Type="http://schemas.openxmlformats.org/officeDocument/2006/relationships/officeDocument" Target="/ppt/presentation.xml" Id="Rd4a7850b2c174f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7b2cb9bd4f4105"/>
  </p:sldMasterIdLst>
  <p:notesMasterIdLst>
    <p:notesMasterId xmlns:r="http://schemas.openxmlformats.org/officeDocument/2006/relationships" r:id="R52af38ff706a42be"/>
  </p:notesMasterIdLst>
  <p:sldIdLst>
    <p:sldId xmlns:r="http://schemas.openxmlformats.org/officeDocument/2006/relationships" id="256" r:id="Rd78a454d633a4a3d"/>
    <p:sldId xmlns:r="http://schemas.openxmlformats.org/officeDocument/2006/relationships" id="257" r:id="R44290a47c83b4e47"/>
    <p:sldId xmlns:r="http://schemas.openxmlformats.org/officeDocument/2006/relationships" id="258" r:id="Rca84ae771eb54322"/>
    <p:sldId xmlns:r="http://schemas.openxmlformats.org/officeDocument/2006/relationships" id="259" r:id="Rbc61d04ee4e746ea"/>
    <p:sldId xmlns:r="http://schemas.openxmlformats.org/officeDocument/2006/relationships" id="260" r:id="Rdfe8ed327f804ec1"/>
    <p:sldId xmlns:r="http://schemas.openxmlformats.org/officeDocument/2006/relationships" id="261" r:id="R5c03882744e345c4"/>
    <p:sldId xmlns:r="http://schemas.openxmlformats.org/officeDocument/2006/relationships" id="262" r:id="Ra669f0b3f72a480d"/>
    <p:sldId xmlns:r="http://schemas.openxmlformats.org/officeDocument/2006/relationships" id="263" r:id="Rb778079e855c48f3"/>
    <p:sldId xmlns:r="http://schemas.openxmlformats.org/officeDocument/2006/relationships" id="264" r:id="Rc7b3fbd7b152437f"/>
    <p:sldId xmlns:r="http://schemas.openxmlformats.org/officeDocument/2006/relationships" id="265" r:id="R4c3ed83a541048e5"/>
    <p:sldId xmlns:r="http://schemas.openxmlformats.org/officeDocument/2006/relationships" id="266" r:id="R446a8a5dbeeb40df"/>
    <p:sldId xmlns:r="http://schemas.openxmlformats.org/officeDocument/2006/relationships" id="267" r:id="R2aff5d8324514a32"/>
    <p:sldId xmlns:r="http://schemas.openxmlformats.org/officeDocument/2006/relationships" id="268" r:id="R68ed14acc2fb439c"/>
    <p:sldId xmlns:r="http://schemas.openxmlformats.org/officeDocument/2006/relationships" id="269" r:id="Rc63b052f46e34f01"/>
    <p:sldId xmlns:r="http://schemas.openxmlformats.org/officeDocument/2006/relationships" id="270" r:id="Rb2776cade5a44594"/>
    <p:sldId xmlns:r="http://schemas.openxmlformats.org/officeDocument/2006/relationships" id="271" r:id="R3b37f0c9176a46ef"/>
    <p:sldId xmlns:r="http://schemas.openxmlformats.org/officeDocument/2006/relationships" id="272" r:id="R29fe4a38a68d4aee"/>
    <p:sldId xmlns:r="http://schemas.openxmlformats.org/officeDocument/2006/relationships" id="273" r:id="R32f387cd411a4bc4"/>
    <p:sldId xmlns:r="http://schemas.openxmlformats.org/officeDocument/2006/relationships" id="274" r:id="Re5c3639957ee4baa"/>
    <p:sldId xmlns:r="http://schemas.openxmlformats.org/officeDocument/2006/relationships" id="275" r:id="R4973f0e2c8c543fd"/>
  </p:sldIdLst>
  <p:sldSz cx="12192000" cy="6858000"/>
  <p:notesSz cx="6858000" cy="9144000"/>
  <p:extLst>
    <p:ext uri="{521415D9-36F7-43E2-AB2F-B90AF26B5E84}">
      <p14:sectionLst xmlns:p14="http://schemas.microsoft.com/office/powerpoint/2010/main">
        <p14:section name="林以安" id="{F16CACA2-19A5-40A6-93D5-422EA8076899}">
          <p14:sldIdLst>
            <p14:sldId id="256"/>
            <p14:sldId id="257"/>
            <p14:sldId id="258"/>
            <p14:sldId id="259"/>
          </p14:sldIdLst>
        </p14:section>
        <p14:section name="陳柏宇" id="{AD49370E-E849-4623-BD7A-8D2922C41951}">
          <p14:sldIdLst>
            <p14:sldId id="260"/>
            <p14:sldId id="261"/>
            <p14:sldId id="262"/>
            <p14:sldId id="263"/>
          </p14:sldIdLst>
        </p14:section>
        <p14:section name="黃詩涵" id="{C76BF450-C4DB-4F02-B7EE-EDE86EF59DC2}">
          <p14:sldIdLst>
            <p14:sldId id="264"/>
            <p14:sldId id="265"/>
            <p14:sldId id="266"/>
            <p14:sldId id="267"/>
          </p14:sldIdLst>
        </p14:section>
        <p14:section name="吳承翰" id="{FA3FE9D1-B637-4276-ADEB-21DDECFD4381}">
          <p14:sldIdLst>
            <p14:sldId id="268"/>
            <p14:sldId id="269"/>
            <p14:sldId id="270"/>
            <p14:sldId id="271"/>
          </p14:sldIdLst>
        </p14:section>
        <p14:section name="張雅婷" id="{FCC4CBD5-4393-4AA9-AF76-0CB872E3878C}">
          <p14:sldIdLst>
            <p14:sldId id="272"/>
            <p14:sldId id="273"/>
            <p14:sldId id="274"/>
            <p14:sldId id="275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0b208029264182" /><Relationship Type="http://schemas.openxmlformats.org/officeDocument/2006/relationships/slideMaster" Target="/ppt/slideMasters/slideMaster1.xml" Id="Rdb7b2cb9bd4f4105" /><Relationship Type="http://schemas.openxmlformats.org/officeDocument/2006/relationships/notesMaster" Target="/ppt/notesMasters/notesMaster1.xml" Id="R52af38ff706a42be" /><Relationship Type="http://schemas.openxmlformats.org/officeDocument/2006/relationships/presProps" Target="/ppt/presProps.xml" Id="Ra1324dd4aae741c0" /><Relationship Type="http://schemas.openxmlformats.org/officeDocument/2006/relationships/tableStyles" Target="/ppt/tableStyles.xml" Id="R3eb7e471ec8845d0" /><Relationship Type="http://schemas.openxmlformats.org/officeDocument/2006/relationships/slide" Target="/ppt/slides/slide1.xml" Id="Rd78a454d633a4a3d" /><Relationship Type="http://schemas.openxmlformats.org/officeDocument/2006/relationships/slide" Target="/ppt/slides/slide2.xml" Id="R44290a47c83b4e47" /><Relationship Type="http://schemas.openxmlformats.org/officeDocument/2006/relationships/slide" Target="/ppt/slides/slide3.xml" Id="Rca84ae771eb54322" /><Relationship Type="http://schemas.openxmlformats.org/officeDocument/2006/relationships/slide" Target="/ppt/slides/slide4.xml" Id="Rbc61d04ee4e746ea" /><Relationship Type="http://schemas.openxmlformats.org/officeDocument/2006/relationships/slide" Target="/ppt/slides/slide5.xml" Id="Rdfe8ed327f804ec1" /><Relationship Type="http://schemas.openxmlformats.org/officeDocument/2006/relationships/slide" Target="/ppt/slides/slide6.xml" Id="R5c03882744e345c4" /><Relationship Type="http://schemas.openxmlformats.org/officeDocument/2006/relationships/slide" Target="/ppt/slides/slide7.xml" Id="Ra669f0b3f72a480d" /><Relationship Type="http://schemas.openxmlformats.org/officeDocument/2006/relationships/slide" Target="/ppt/slides/slide8.xml" Id="Rb778079e855c48f3" /><Relationship Type="http://schemas.openxmlformats.org/officeDocument/2006/relationships/slide" Target="/ppt/slides/slide9.xml" Id="Rc7b3fbd7b152437f" /><Relationship Type="http://schemas.openxmlformats.org/officeDocument/2006/relationships/slide" Target="/ppt/slides/slide10.xml" Id="R4c3ed83a541048e5" /><Relationship Type="http://schemas.openxmlformats.org/officeDocument/2006/relationships/slide" Target="/ppt/slides/slide11.xml" Id="R446a8a5dbeeb40df" /><Relationship Type="http://schemas.openxmlformats.org/officeDocument/2006/relationships/slide" Target="/ppt/slides/slide12.xml" Id="R2aff5d8324514a32" /><Relationship Type="http://schemas.openxmlformats.org/officeDocument/2006/relationships/slide" Target="/ppt/slides/slide13.xml" Id="R68ed14acc2fb439c" /><Relationship Type="http://schemas.openxmlformats.org/officeDocument/2006/relationships/slide" Target="/ppt/slides/slide14.xml" Id="Rc63b052f46e34f01" /><Relationship Type="http://schemas.openxmlformats.org/officeDocument/2006/relationships/slide" Target="/ppt/slides/slide15.xml" Id="Rb2776cade5a44594" /><Relationship Type="http://schemas.openxmlformats.org/officeDocument/2006/relationships/slide" Target="/ppt/slides/slide16.xml" Id="R3b37f0c9176a46ef" /><Relationship Type="http://schemas.openxmlformats.org/officeDocument/2006/relationships/slide" Target="/ppt/slides/slide17.xml" Id="R29fe4a38a68d4aee" /><Relationship Type="http://schemas.openxmlformats.org/officeDocument/2006/relationships/slide" Target="/ppt/slides/slide18.xml" Id="R32f387cd411a4bc4" /><Relationship Type="http://schemas.openxmlformats.org/officeDocument/2006/relationships/slide" Target="/ppt/slides/slide19.xml" Id="Re5c3639957ee4baa" /><Relationship Type="http://schemas.openxmlformats.org/officeDocument/2006/relationships/slide" Target="/ppt/slides/slide20.xml" Id="R4973f0e2c8c543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f8a0fbb1c449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9072ba457a4c6d" /><Relationship Type="http://schemas.openxmlformats.org/officeDocument/2006/relationships/notesMaster" Target="/ppt/notesMasters/notesMaster1.xml" Id="Rd2ea80717cce41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6c4164fe554870" /><Relationship Type="http://schemas.openxmlformats.org/officeDocument/2006/relationships/notesMaster" Target="/ppt/notesMasters/notesMaster1.xml" Id="Rbdc589232e0443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19258ee1074844" /><Relationship Type="http://schemas.openxmlformats.org/officeDocument/2006/relationships/notesMaster" Target="/ppt/notesMasters/notesMaster1.xml" Id="Ref9c1d73154443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51ab185e3a4535" /><Relationship Type="http://schemas.openxmlformats.org/officeDocument/2006/relationships/notesMaster" Target="/ppt/notesMasters/notesMaster1.xml" Id="R3b9cb006d4da47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5dff937d1b411c" /><Relationship Type="http://schemas.openxmlformats.org/officeDocument/2006/relationships/notesMaster" Target="/ppt/notesMasters/notesMaster1.xml" Id="Rafe8bdae3f0648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17a33a9e3543c0" /><Relationship Type="http://schemas.openxmlformats.org/officeDocument/2006/relationships/notesMaster" Target="/ppt/notesMasters/notesMaster1.xml" Id="R01f007dabd9d4e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f0fcb5f15c4872" /><Relationship Type="http://schemas.openxmlformats.org/officeDocument/2006/relationships/notesMaster" Target="/ppt/notesMasters/notesMaster1.xml" Id="R167e7f64606144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7bdfa84a8149a9" /><Relationship Type="http://schemas.openxmlformats.org/officeDocument/2006/relationships/notesMaster" Target="/ppt/notesMasters/notesMaster1.xml" Id="Rcd337f7dc3224d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82ef96dda34eee" /><Relationship Type="http://schemas.openxmlformats.org/officeDocument/2006/relationships/notesMaster" Target="/ppt/notesMasters/notesMaster1.xml" Id="R7d2e37a218be4b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577a959ddb4dfd" /><Relationship Type="http://schemas.openxmlformats.org/officeDocument/2006/relationships/notesMaster" Target="/ppt/notesMasters/notesMaster1.xml" Id="Rd370374093644a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928ff414b34e52" /><Relationship Type="http://schemas.openxmlformats.org/officeDocument/2006/relationships/notesMaster" Target="/ppt/notesMasters/notesMaster1.xml" Id="R70af6078042d48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f45f4e28e24557" /><Relationship Type="http://schemas.openxmlformats.org/officeDocument/2006/relationships/notesMaster" Target="/ppt/notesMasters/notesMaster1.xml" Id="R54619e02550c48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3ef9e4e05d4d09" /><Relationship Type="http://schemas.openxmlformats.org/officeDocument/2006/relationships/notesMaster" Target="/ppt/notesMasters/notesMaster1.xml" Id="R751555b14e5543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192907c8304ae0" /><Relationship Type="http://schemas.openxmlformats.org/officeDocument/2006/relationships/notesMaster" Target="/ppt/notesMasters/notesMaster1.xml" Id="R503b73c64eb541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8338a9802f4f20" /><Relationship Type="http://schemas.openxmlformats.org/officeDocument/2006/relationships/notesMaster" Target="/ppt/notesMasters/notesMaster1.xml" Id="Re627007bcb3b4c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c05fcffe36485c" /><Relationship Type="http://schemas.openxmlformats.org/officeDocument/2006/relationships/notesMaster" Target="/ppt/notesMasters/notesMaster1.xml" Id="R001200d21aa84b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7522fa02974b9f" /><Relationship Type="http://schemas.openxmlformats.org/officeDocument/2006/relationships/notesMaster" Target="/ppt/notesMasters/notesMaster1.xml" Id="R275e325d41424f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b1240d4b83a42ad" /><Relationship Type="http://schemas.openxmlformats.org/officeDocument/2006/relationships/notesMaster" Target="/ppt/notesMasters/notesMaster1.xml" Id="R629cf495110146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8acb82c83740aa" /><Relationship Type="http://schemas.openxmlformats.org/officeDocument/2006/relationships/notesMaster" Target="/ppt/notesMasters/notesMaster1.xml" Id="R119773311b2646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041fb8340e48c2" /><Relationship Type="http://schemas.openxmlformats.org/officeDocument/2006/relationships/notesMaster" Target="/ppt/notesMasters/notesMaster1.xml" Id="Rda0b6ab4a5b742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切檔練習素材。第1階段，林以安，個人第1頁，共4頁；原始簡報第1頁。所有人物、單位與經歷皆為虛構。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切檔練習素材。第1階段，林以安，個人第2頁，共4頁；原始簡報第2頁。所有人物、單位與經歷皆為虛構。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切檔練習素材。第1階段，林以安，個人第3頁，共4頁；原始簡報第3頁。所有人物、單位與經歷皆為虛構。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切檔練習素材。第1階段，林以安，個人第4頁，共4頁；原始簡報第4頁。所有人物、單位與經歷皆為虛構。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切檔練習素材。第1階段，陳柏宇，個人第1頁，共4頁；原始簡報第5頁。所有人物、單位與經歷皆為虛構。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切檔練習素材。第1階段，陳柏宇，個人第2頁，共4頁；原始簡報第6頁。所有人物、單位與經歷皆為虛構。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切檔練習素材。第1階段，陳柏宇，個人第3頁，共4頁；原始簡報第7頁。所有人物、單位與經歷皆為虛構。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切檔練習素材。第1階段，陳柏宇，個人第4頁，共4頁；原始簡報第8頁。所有人物、單位與經歷皆為虛構。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切檔練習素材。第1階段，黃詩涵，個人第1頁，共4頁；原始簡報第9頁。所有人物、單位與經歷皆為虛構。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切檔練習素材。第1階段，黃詩涵，個人第2頁，共4頁；原始簡報第10頁。所有人物、單位與經歷皆為虛構。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切檔練習素材。第1階段，黃詩涵，個人第3頁，共4頁；原始簡報第11頁。所有人物、單位與經歷皆為虛構。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切檔練習素材。第1階段，黃詩涵，個人第4頁，共4頁；原始簡報第12頁。所有人物、單位與經歷皆為虛構。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切檔練習素材。第1階段，吳承翰，個人第1頁，共4頁；原始簡報第13頁。所有人物、單位與經歷皆為虛構。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切檔練習素材。第1階段，吳承翰，個人第2頁，共4頁；原始簡報第14頁。所有人物、單位與經歷皆為虛構。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切檔練習素材。第1階段，吳承翰，個人第3頁，共4頁；原始簡報第15頁。所有人物、單位與經歷皆為虛構。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切檔練習素材。第1階段，吳承翰，個人第4頁，共4頁；原始簡報第16頁。所有人物、單位與經歷皆為虛構。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切檔練習素材。第1階段，張雅婷，個人第1頁，共4頁；原始簡報第17頁。所有人物、單位與經歷皆為虛構。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切檔練習素材。第1階段，張雅婷，個人第2頁，共4頁；原始簡報第18頁。所有人物、單位與經歷皆為虛構。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切檔練習素材。第1階段，張雅婷，個人第3頁，共4頁；原始簡報第19頁。所有人物、單位與經歷皆為虛構。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切檔練習素材。第1階段，張雅婷，個人第4頁，共4頁；原始簡報第20頁。所有人物、單位與經歷皆為虛構。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f4c434e8e46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bc274602a43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89299e72249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7ba9c3e424b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add38de6040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904d5b8fb4c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541727-7E00-47E2-8166-D0E0312248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FD918C-676C-4C3B-94E1-50984E79FA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9BF538-DF49-42E4-8993-7A48E43506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9F6E0A-377B-4521-91BF-6304BC7879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0BAA69-E50A-42DE-897E-742B1E03D0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D8A13A-66FD-487C-ADE4-CC9DFB2E8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2B2D5F-7108-4AF0-AB56-E703A0099E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98A012-C3EA-4327-AA61-C49042FE7F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B35172-7D74-47DE-B85B-435B2D971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6A7BF2-AA87-48A7-A7E6-8AE403318D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6bb32ce02146ed" /><Relationship Type="http://schemas.openxmlformats.org/officeDocument/2006/relationships/slideLayout" Target="/ppt/slideLayouts/slideLayout1.xml" Id="R96031a0a8c4340c6" /><Relationship Type="http://schemas.openxmlformats.org/officeDocument/2006/relationships/slideLayout" Target="/ppt/slideLayouts/slideLayout2.xml" Id="R4461edbe4c00467b" /><Relationship Type="http://schemas.openxmlformats.org/officeDocument/2006/relationships/slideLayout" Target="/ppt/slideLayouts/slideLayout3.xml" Id="Re2ac0778d4cd480d" /><Relationship Type="http://schemas.openxmlformats.org/officeDocument/2006/relationships/slideLayout" Target="/ppt/slideLayouts/slideLayout4.xml" Id="Rf76f50264b234adc" /><Relationship Type="http://schemas.openxmlformats.org/officeDocument/2006/relationships/slideLayout" Target="/ppt/slideLayouts/slideLayout5.xml" Id="R867680f6237b4167" /><Relationship Type="http://schemas.openxmlformats.org/officeDocument/2006/relationships/slideLayout" Target="/ppt/slideLayouts/slideLayout6.xml" Id="Rb62d332bd34943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031a0a8c4340c6"/>
    <p:sldLayoutId xmlns:r="http://schemas.openxmlformats.org/officeDocument/2006/relationships" id="2147483650" r:id="R4461edbe4c00467b"/>
    <p:sldLayoutId xmlns:r="http://schemas.openxmlformats.org/officeDocument/2006/relationships" id="2147483651" r:id="Re2ac0778d4cd480d"/>
    <p:sldLayoutId xmlns:r="http://schemas.openxmlformats.org/officeDocument/2006/relationships" id="2147483652" r:id="Rf76f50264b234adc"/>
    <p:sldLayoutId xmlns:r="http://schemas.openxmlformats.org/officeDocument/2006/relationships" id="2147483653" r:id="R867680f6237b4167"/>
    <p:sldLayoutId xmlns:r="http://schemas.openxmlformats.org/officeDocument/2006/relationships" id="2147483654" r:id="Rb62d332bd34943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7ce109505c4940" /><Relationship Type="http://schemas.openxmlformats.org/officeDocument/2006/relationships/notesSlide" Target="/ppt/notesSlides/notesSlide1.xml" Id="R6e4cdc979f704f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dcfaeca95c408a" /><Relationship Type="http://schemas.openxmlformats.org/officeDocument/2006/relationships/notesSlide" Target="/ppt/notesSlides/notesSlide2.xml" Id="R1f0301b3d18042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80a153e85742ee" /><Relationship Type="http://schemas.openxmlformats.org/officeDocument/2006/relationships/notesSlide" Target="/ppt/notesSlides/notesSlide3.xml" Id="Ra3d300291c284d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4afdce42804563" /><Relationship Type="http://schemas.openxmlformats.org/officeDocument/2006/relationships/notesSlide" Target="/ppt/notesSlides/notesSlide4.xml" Id="Rc9ee39eecf594c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630d07e3214ec2" /><Relationship Type="http://schemas.openxmlformats.org/officeDocument/2006/relationships/notesSlide" Target="/ppt/notesSlides/notesSlide5.xml" Id="Rad75bd26656746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b2153e3a34b1b" /><Relationship Type="http://schemas.openxmlformats.org/officeDocument/2006/relationships/notesSlide" Target="/ppt/notesSlides/notesSlide6.xml" Id="R0476a515898241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5d28be4cc941ad" /><Relationship Type="http://schemas.openxmlformats.org/officeDocument/2006/relationships/notesSlide" Target="/ppt/notesSlides/notesSlide7.xml" Id="Rd42fd87a83084f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44411c3294c8a" /><Relationship Type="http://schemas.openxmlformats.org/officeDocument/2006/relationships/notesSlide" Target="/ppt/notesSlides/notesSlide8.xml" Id="R8b95bbc582d14d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a64fe0650490a" /><Relationship Type="http://schemas.openxmlformats.org/officeDocument/2006/relationships/notesSlide" Target="/ppt/notesSlides/notesSlide9.xml" Id="Rb043b3cab43f4a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ff1c2a39ff4ef6" /><Relationship Type="http://schemas.openxmlformats.org/officeDocument/2006/relationships/notesSlide" Target="/ppt/notesSlides/notesSlide10.xml" Id="Rab09d211da1a45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cf398ba1b47a6" /><Relationship Type="http://schemas.openxmlformats.org/officeDocument/2006/relationships/notesSlide" Target="/ppt/notesSlides/notesSlide11.xml" Id="R27ba33f8fe0447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0fae0ea2e4cb5" /><Relationship Type="http://schemas.openxmlformats.org/officeDocument/2006/relationships/notesSlide" Target="/ppt/notesSlides/notesSlide12.xml" Id="Rc1d85065322c4f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bd7e294b94f53" /><Relationship Type="http://schemas.openxmlformats.org/officeDocument/2006/relationships/notesSlide" Target="/ppt/notesSlides/notesSlide13.xml" Id="R581d382813c246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306a76a6324e8b" /><Relationship Type="http://schemas.openxmlformats.org/officeDocument/2006/relationships/notesSlide" Target="/ppt/notesSlides/notesSlide14.xml" Id="R01855180254749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82fca57e144a9" /><Relationship Type="http://schemas.openxmlformats.org/officeDocument/2006/relationships/notesSlide" Target="/ppt/notesSlides/notesSlide15.xml" Id="R72b5bc98bf984a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48b6cf258b46c7" /><Relationship Type="http://schemas.openxmlformats.org/officeDocument/2006/relationships/notesSlide" Target="/ppt/notesSlides/notesSlide16.xml" Id="Ra01f7b9516e1451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1bd66d54d4c4c" /><Relationship Type="http://schemas.openxmlformats.org/officeDocument/2006/relationships/notesSlide" Target="/ppt/notesSlides/notesSlide17.xml" Id="R780dd520d3ea45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1248d0ed540d8" /><Relationship Type="http://schemas.openxmlformats.org/officeDocument/2006/relationships/notesSlide" Target="/ppt/notesSlides/notesSlide18.xml" Id="Ra60e4ec575ab4d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7634c210574d7d" /><Relationship Type="http://schemas.openxmlformats.org/officeDocument/2006/relationships/notesSlide" Target="/ppt/notesSlides/notesSlide19.xml" Id="R0b51130b5b6f48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964d6998524c87" /><Relationship Type="http://schemas.openxmlformats.org/officeDocument/2006/relationships/notesSlide" Target="/ppt/notesSlides/notesSlide20.xml" Id="R760f8930bf6143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7E8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A53BC-4313-4765-8912-DFCC5077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人力資源處　／　人才發展專員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DB034-405B-4390-9827-FCB4F1EE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林以安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D4121-7191-4A20-9D61-1D21693D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把學習變成工作中的小改變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8F9EF-3BBB-4149-AAA3-AA711EFB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1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加入團隊 2 年，主要負責新人訓練與內部課程。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喜歡先聽懂需求，再把複雜資訊整理清楚。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C5EF9-7235-432E-8235-107D62CA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F9660-AEB9-42A6-A4F5-7C5DD5C0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林以安　1/4　　原始頁碼 01</a:t>
            </a:r>
          </a:p>
        </p:txBody>
      </p:sp>
    </p:spTree>
    <p:extLst>
      <p:ext uri="{BB962C8B-B14F-4D97-AF65-F5344CB8AC3E}">
        <p14:creationId xmlns:p14="http://schemas.microsoft.com/office/powerpoint/2010/main" val="413993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5CE07-21D4-4545-899B-DCC28280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人力資源處　／　人才發展專員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B0CA3-28E9-451E-8C6F-29A39D49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林以安｜我的工作內容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60B1A-7E1E-4E03-8C37-2A75EC99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新人訓練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A039B-BC6D-46F4-81C2-C985E9B2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安排課程、整理教材，協助新人熟悉工作。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47A13-9557-4162-AE5A-E2C4B5A1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內部講師支援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3B97E-ED35-4B76-9A15-0A175E64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協助講師整理教案與課後回饋。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5C02E-77FF-4023-B9D9-58ADEE51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07FA3-C6DC-4A13-BCE3-59F45C67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林以安　2/4　　原始頁碼 02</a:t>
            </a:r>
          </a:p>
        </p:txBody>
      </p:sp>
    </p:spTree>
    <p:extLst>
      <p:ext uri="{BB962C8B-B14F-4D97-AF65-F5344CB8AC3E}">
        <p14:creationId xmlns:p14="http://schemas.microsoft.com/office/powerpoint/2010/main" val="15449536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70051-824A-4D86-AD9F-B56B43A4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人力資源處　／　人才發展專員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3E921-97A8-40A2-AC7A-D52067FA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林以安｜我參與的小專案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2AD96-F773-440F-A767-02C1F506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新人學習地圖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B43D9-8B83-455A-BA13-8944E6A3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將到職第一個月的學習任務分成每週清單。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C6720-AA10-420F-B87C-4FA627B0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我的做法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9344F-B252-4A7B-81CE-EC56B347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訪談主管、整理常見問題，再邀請新人試用。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96233-9E3B-47A3-9822-1DC42C1D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0B2DC-E58F-4FCA-8AC2-25CA4DB7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林以安　3/4　　原始頁碼 03</a:t>
            </a:r>
          </a:p>
        </p:txBody>
      </p:sp>
    </p:spTree>
    <p:extLst>
      <p:ext uri="{BB962C8B-B14F-4D97-AF65-F5344CB8AC3E}">
        <p14:creationId xmlns:p14="http://schemas.microsoft.com/office/powerpoint/2010/main" val="1211965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136D0-A189-49A2-A3BE-2961171D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人力資源處　／　人才發展專員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9EC7C-B9A4-450C-A212-AC864784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林以安｜與我合作的方式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F37AC-17F2-48C4-8576-341D8CC5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合作習慣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DE555-7E23-41E5-9D85-F3350AAB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先確認目標、對象與完成時間，再開始執行。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239C5-FC44-4CF9-A2DC-66314882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興趣與小目標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0813E-122D-4158-86A1-5EB4C02F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週末打排球、收集文具；想學會資料視覺化。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02F52-055A-4A7E-969F-E5EB81EA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79402-86B8-4D31-A6FD-BBF33511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87E83"/>
                </a:solidFill>
                <a:latin typeface="Noto Sans TC"/>
                <a:ea typeface="Noto Sans TC"/>
                <a:cs typeface="Noto Sans TC"/>
              </a:rPr>
              <a:t>林以安　4/4　　原始頁碼 04</a:t>
            </a:r>
          </a:p>
        </p:txBody>
      </p:sp>
    </p:spTree>
    <p:extLst>
      <p:ext uri="{BB962C8B-B14F-4D97-AF65-F5344CB8AC3E}">
        <p14:creationId xmlns:p14="http://schemas.microsoft.com/office/powerpoint/2010/main" val="373877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3863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384B5-AABD-4303-ACCA-732C6ABF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資訊服務處　／　系統工程師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1EAF0-837C-4C0C-AAD7-D7575855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陳柏宇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39958-B52F-4471-A6A8-FE3D2A7D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讓同事少卡關，多一點順暢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5BB0B-1495-41C4-86A6-6A6F2F35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1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加入團隊 3 年，負責內部系統維護與使用者支援。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遇到問題時，習慣先重現情況，再找出原因。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A330F-3272-4973-B233-07918348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A8D59-F8D6-4318-B1C6-A896A7B5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陳柏宇　1/4　　原始頁碼 05</a:t>
            </a:r>
          </a:p>
        </p:txBody>
      </p:sp>
    </p:spTree>
    <p:extLst>
      <p:ext uri="{BB962C8B-B14F-4D97-AF65-F5344CB8AC3E}">
        <p14:creationId xmlns:p14="http://schemas.microsoft.com/office/powerpoint/2010/main" val="1053796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C89BC-8292-42EF-8985-04FDC1C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資訊服務處　／　系統工程師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0D42A-DFF7-4912-A43E-6C4E8BA4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陳柏宇｜我的工作內容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80EA3-F746-4AC9-9362-702EA959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系統維護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B25DA-41C4-4BE1-B72C-D953E8E2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追蹤異常、安排更新，維持日常服務運作。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47CED-920A-45BC-858B-41DE248B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使用者支援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FE521-4D3A-44BA-B5DF-62A532E6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協助同事排除操作問題，整理常見問答。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B2AD7-5196-4AD8-BDC3-AF220608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D8C52-C0E7-4EDF-8640-E7B8BE62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陳柏宇　2/4　　原始頁碼 06</a:t>
            </a:r>
          </a:p>
        </p:txBody>
      </p:sp>
    </p:spTree>
    <p:extLst>
      <p:ext uri="{BB962C8B-B14F-4D97-AF65-F5344CB8AC3E}">
        <p14:creationId xmlns:p14="http://schemas.microsoft.com/office/powerpoint/2010/main" val="1949815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C8F77-C715-4E65-85CF-D2014940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資訊服務處　／　系統工程師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475F7-B036-4809-98D5-4F11E639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陳柏宇｜我參與的小專案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C7F06-A4E5-4C78-BB70-FC8B9B04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服務申請表優化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D9243-1291-4F37-BD7D-7872CC0B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重新整理申請欄位，讓需求資訊更完整。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6A23D-0C55-43AF-9A2C-F1ED77DA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我的做法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021EF-72C1-402C-A13E-D4C3799F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收集常見退件原因，加入填寫範例與檢核。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2345D-593A-475D-B725-93D62855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50739-9912-4579-B5FE-12E34679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陳柏宇　3/4　　原始頁碼 07</a:t>
            </a:r>
          </a:p>
        </p:txBody>
      </p:sp>
    </p:spTree>
    <p:extLst>
      <p:ext uri="{BB962C8B-B14F-4D97-AF65-F5344CB8AC3E}">
        <p14:creationId xmlns:p14="http://schemas.microsoft.com/office/powerpoint/2010/main" val="8453066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210AC-9DAA-4F6D-B686-7C329CA4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資訊服務處　／　系統工程師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42574-756B-4429-8EF6-1BFDEC78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陳柏宇｜與我合作的方式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406E4-3A83-4C9F-9504-88864E04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合作習慣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409A7-1A05-403F-A0CA-1367CBE6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提供操作步驟與錯誤訊息，有助於快速釐清。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3E7B7-4FDA-423C-9A78-2F021D12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興趣與小目標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3D03D-3A63-44A2-9B47-0F73F0D7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喜歡桌遊與單車；想把技術說明寫得更易懂。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F6669-265D-480A-AEF3-00D0A5E7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A7FD3-A402-401A-88FB-97C80269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863A4"/>
                </a:solidFill>
                <a:latin typeface="Noto Sans TC"/>
                <a:ea typeface="Noto Sans TC"/>
                <a:cs typeface="Noto Sans TC"/>
              </a:rPr>
              <a:t>陳柏宇　4/4　　原始頁碼 08</a:t>
            </a:r>
          </a:p>
        </p:txBody>
      </p:sp>
    </p:spTree>
    <p:extLst>
      <p:ext uri="{BB962C8B-B14F-4D97-AF65-F5344CB8AC3E}">
        <p14:creationId xmlns:p14="http://schemas.microsoft.com/office/powerpoint/2010/main" val="1899641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886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AE0C5-FD3E-4CE6-A2BC-70D87176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財務管理處　／　財務分析專員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197FF-BB5F-45BA-948A-8942F4A7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黃詩涵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955CC-11B2-4BDC-97FB-13C9AFFC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讓數字背後的原因更清楚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EBE01-C6BA-49CC-BDCC-44AF92FE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1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加入團隊 1 年，負責費用彙整與預算追蹤。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喜歡核對資料，也喜歡和同事一起找出差異原因。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C0F5E-EE0A-4C8E-8CFE-1E2C64D0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764F9-47C5-46E3-A487-F2324F31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黃詩涵　1/4　　原始頁碼 09</a:t>
            </a:r>
          </a:p>
        </p:txBody>
      </p:sp>
    </p:spTree>
    <p:extLst>
      <p:ext uri="{BB962C8B-B14F-4D97-AF65-F5344CB8AC3E}">
        <p14:creationId xmlns:p14="http://schemas.microsoft.com/office/powerpoint/2010/main" val="19914727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F5D2B-2BDA-4A93-8294-1B6D0FAB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財務管理處　／　財務分析專員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45AAE-DAF8-4AA0-972D-D46F14B8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黃詩涵｜我的工作內容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4CEFE-57F0-4B49-A9C0-A2C21CF7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費用彙整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1F214-A916-484B-888B-E1704D07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整理各單位資料，核對分類與計算方式。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E7CF2-A870-44EC-BA6E-34F6AD77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預算追蹤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A2707-7DA1-4E62-A201-C9C36519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比較預算與實際支出，協助釐清差異。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D5F36-BAA5-49C0-9205-68B02701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15920-2CD4-4676-946A-C991FA44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黃詩涵　2/4　　原始頁碼 10</a:t>
            </a:r>
          </a:p>
        </p:txBody>
      </p:sp>
    </p:spTree>
    <p:extLst>
      <p:ext uri="{BB962C8B-B14F-4D97-AF65-F5344CB8AC3E}">
        <p14:creationId xmlns:p14="http://schemas.microsoft.com/office/powerpoint/2010/main" val="7581740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22AC2-DB7A-4FFB-B0E8-E7F128A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財務管理處　／　財務分析專員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807FD-FDE2-45C3-B88F-BE50951A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黃詩涵｜我參與的小專案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6D9B0-43DA-406F-B172-A917B9CC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月報欄位統一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25670-B40E-4AA2-A03C-4739A3B8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將不同版本的費用欄位整理成共用格式。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F5E24-FC98-4261-BE16-F5371E0B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我的做法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37A8F-96D3-4588-9D1F-9190436F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先確認欄位定義，再建立範例與核對清單。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49447-5070-4592-AFCC-CAA71DA9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EF696-211E-43AC-8A75-80FE4D5A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黃詩涵　3/4　　原始頁碼 11</a:t>
            </a:r>
          </a:p>
        </p:txBody>
      </p:sp>
    </p:spTree>
    <p:extLst>
      <p:ext uri="{BB962C8B-B14F-4D97-AF65-F5344CB8AC3E}">
        <p14:creationId xmlns:p14="http://schemas.microsoft.com/office/powerpoint/2010/main" val="14732503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0746D-FE8C-46B4-9471-21B566BE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財務管理處　／　財務分析專員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D59DF-97A2-48AF-9D6C-A91E97A1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黃詩涵｜與我合作的方式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8FDBB-89F6-4C26-802C-7AA9DF75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合作習慣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023B3-E6D9-4C4A-9C6B-16CD8DB3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希望數據附上期間、單位與資料來源。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37D20-4D94-42B8-99D4-8F38FAC6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興趣與小目標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3A5CC-F61E-43A8-9AC5-3E150EB1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喜歡烘焙與散步；想增進商務簡報表達。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6FE1A-F3CF-4436-B5F2-8080E94F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DF85B-9A94-42BB-BF99-0744F8B0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88633B"/>
                </a:solidFill>
                <a:latin typeface="Noto Sans TC"/>
                <a:ea typeface="Noto Sans TC"/>
                <a:cs typeface="Noto Sans TC"/>
              </a:rPr>
              <a:t>黃詩涵　4/4　　原始頁碼 12</a:t>
            </a:r>
          </a:p>
        </p:txBody>
      </p:sp>
    </p:spTree>
    <p:extLst>
      <p:ext uri="{BB962C8B-B14F-4D97-AF65-F5344CB8AC3E}">
        <p14:creationId xmlns:p14="http://schemas.microsoft.com/office/powerpoint/2010/main" val="3897474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4474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176ED-BB83-474C-AC11-DE6F584F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生產管理處　／　製程工程師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FBF44-6B7E-48C9-887F-669B2B57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吳承翰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2E7A3-F879-424C-8B86-ABD1A65F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用現場觀察，找到改善的起點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A4D4E-2821-476F-A435-A14D0871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1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加入團隊 4 年，負責製程追蹤與跨單位改善。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喜歡到現場了解情況，也重視經驗的整理與傳承。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3ABCB-9220-49B7-AB53-A8BB756D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7B69C-4E3C-4FF4-B50E-7DDE362F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吳承翰　1/4　　原始頁碼 13</a:t>
            </a:r>
          </a:p>
        </p:txBody>
      </p:sp>
    </p:spTree>
    <p:extLst>
      <p:ext uri="{BB962C8B-B14F-4D97-AF65-F5344CB8AC3E}">
        <p14:creationId xmlns:p14="http://schemas.microsoft.com/office/powerpoint/2010/main" val="14077245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EFD0C-1E76-4377-A78E-DF82B861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生產管理處　／　製程工程師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D1B2B-DA04-4674-8D7C-7C7E24AC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吳承翰｜我的工作內容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88335-A741-4BE8-B9CE-045A9802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製程追蹤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C7DC4-1E94-446C-830E-4CA92943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記錄現場狀況，整理異常與後續處理進度。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60411-AA3B-4517-A9B0-B866AE08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改善協作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44E7D-C549-4FA6-ADD0-7A01D56F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與生產、品保及維修同事討論改善方向。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79EE7-5B4A-4129-A087-42DCDBA5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84986-C1FC-47B1-9ED2-CF585007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吳承翰　2/4　　原始頁碼 14</a:t>
            </a:r>
          </a:p>
        </p:txBody>
      </p:sp>
    </p:spTree>
    <p:extLst>
      <p:ext uri="{BB962C8B-B14F-4D97-AF65-F5344CB8AC3E}">
        <p14:creationId xmlns:p14="http://schemas.microsoft.com/office/powerpoint/2010/main" val="18319015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981F1-C517-4089-B857-F24D27DD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生產管理處　／　製程工程師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CBC6E-62A4-4F68-8710-B3AA5F94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吳承翰｜我參與的小專案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CD9B5-D757-45B7-A268-67147F47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交接紀錄改善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6B494-E712-4E33-A676-6531EF8E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讓班別交接時的重要資訊更容易掌握。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E1D7C-4764-4C20-B225-237D8A58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我的做法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3329A-A487-4EE4-91C3-624313E3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訪談使用者、調整欄位，再收集試填回饋。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C6D13-979A-4C29-BACE-F5C28D1B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2FA79-F41F-4FEE-AFF6-1C5BF93D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吳承翰　3/4　　原始頁碼 15</a:t>
            </a:r>
          </a:p>
        </p:txBody>
      </p:sp>
    </p:spTree>
    <p:extLst>
      <p:ext uri="{BB962C8B-B14F-4D97-AF65-F5344CB8AC3E}">
        <p14:creationId xmlns:p14="http://schemas.microsoft.com/office/powerpoint/2010/main" val="13869401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D116F-676E-4019-B8FE-6A33D01D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生產管理處　／　製程工程師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AFB21-98F7-4264-8B9D-938CB686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吳承翰｜與我合作的方式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9A49D-F832-4566-9E45-5B0DD716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合作習慣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CB882-8E35-476B-89B7-C660D6EF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先確認現況與限制，討論時搭配具體案例。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DD816-6BF1-41CB-BD3C-FE47EA40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興趣與小目標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94F5F-5359-4232-B43B-4D98009F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喜歡爬山與攝影；想練習帶領小型改善會議。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6EA05-FB35-49D8-96B9-DA524023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7FE9C-BEBA-4F5C-94DF-6BDA9FE0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4744D"/>
                </a:solidFill>
                <a:latin typeface="Noto Sans TC"/>
                <a:ea typeface="Noto Sans TC"/>
                <a:cs typeface="Noto Sans TC"/>
              </a:rPr>
              <a:t>吳承翰　4/4　　原始頁碼 16</a:t>
            </a:r>
          </a:p>
        </p:txBody>
      </p:sp>
    </p:spTree>
    <p:extLst>
      <p:ext uri="{BB962C8B-B14F-4D97-AF65-F5344CB8AC3E}">
        <p14:creationId xmlns:p14="http://schemas.microsoft.com/office/powerpoint/2010/main" val="300428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A4516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A93E3-6DB0-4B9B-A9F6-E53DD2FE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業務服務處　／　客戶服務專員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8CBD5-E4D0-4D30-8A0D-56667DFB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5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張雅婷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7BC0B-93AF-48A7-92C8-9F10EE35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讓每一次回覆，都多一點理解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08C0B-FC06-4A5A-8364-1F3D8418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1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加入團隊 2 年，負責訂單追蹤與客戶需求協調。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喜歡和人互動，也習慣把待辦事項記錄清楚。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47004-6ABF-4E3D-BC30-1C50A2EB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7E27B-1DE5-4F14-9CFE-F3390306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E4EFF0"/>
                </a:solidFill>
                <a:latin typeface="Noto Sans TC"/>
                <a:ea typeface="Noto Sans TC"/>
                <a:cs typeface="Noto Sans TC"/>
              </a:rPr>
              <a:t>張雅婷　1/4　　原始頁碼 17</a:t>
            </a:r>
          </a:p>
        </p:txBody>
      </p:sp>
    </p:spTree>
    <p:extLst>
      <p:ext uri="{BB962C8B-B14F-4D97-AF65-F5344CB8AC3E}">
        <p14:creationId xmlns:p14="http://schemas.microsoft.com/office/powerpoint/2010/main" val="14018628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021BB-F699-4FDD-9212-4FC88567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業務服務處　／　客戶服務專員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05918-C711-4602-BB2D-C0C469BE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張雅婷｜我的工作內容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7F266-5A3E-4529-9ACD-89D894A0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訂單追蹤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94FCF-40C9-4F19-925B-60937265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確認進度、更新狀態，提醒相關同事跟進。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450F2-0387-47CB-8015-C910E26A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需求協調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CACEC-9B74-493A-B2AE-EF3470A7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整理客戶問題，協助內部確認回覆方向。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859C7-7106-4285-BB08-DD08E212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34B73-1187-42C3-A520-4885C9FB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張雅婷　2/4　　原始頁碼 18</a:t>
            </a:r>
          </a:p>
        </p:txBody>
      </p:sp>
    </p:spTree>
    <p:extLst>
      <p:ext uri="{BB962C8B-B14F-4D97-AF65-F5344CB8AC3E}">
        <p14:creationId xmlns:p14="http://schemas.microsoft.com/office/powerpoint/2010/main" val="5100379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17784-9B1C-44CC-901E-D2DDB92D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業務服務處　／　客戶服務專員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919F8-29C9-4CCC-BD33-60C292F6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張雅婷｜我參與的小專案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6EA4A-E891-4640-8937-26554FF8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常見問題整理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E0E32-DFDA-4978-8192-E61A5940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把重複出現的詢問整理成內部參考資料。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2889B-14FB-4EF3-9AEB-A685E74A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我的做法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93AAD-9C24-455B-843E-3ED9FE8C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依問題類型分類，補上窗口與回覆注意事項。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6CF7E-F6C7-456A-A631-850E476E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41210-BDD3-4E99-BA1E-718E02D0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張雅婷　3/4　　原始頁碼 19</a:t>
            </a:r>
          </a:p>
        </p:txBody>
      </p:sp>
    </p:spTree>
    <p:extLst>
      <p:ext uri="{BB962C8B-B14F-4D97-AF65-F5344CB8AC3E}">
        <p14:creationId xmlns:p14="http://schemas.microsoft.com/office/powerpoint/2010/main" val="20960495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AD6AC-D789-428E-A0BB-FD5BBC50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業務服務處　／　客戶服務專員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52EF5-2E4B-4C05-BADF-EA4A9889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張雅婷｜與我合作的方式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11CFB-8A53-453D-A81A-C3C73973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合作習慣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C6499-70CB-4912-88A2-87C466DA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清楚說明時限與優先順序，重要事項文字確認。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DE68C-07B2-4E6F-BB19-F20E44E7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興趣與小目標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9076E-51FD-4B71-8DDA-1E7C4689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0">
                <a:solidFill>
                  <a:srgbClr val="213945"/>
                </a:solidFill>
                <a:latin typeface="Noto Sans TC"/>
                <a:ea typeface="Noto Sans TC"/>
                <a:cs typeface="Noto Sans TC"/>
              </a:rPr>
              <a:t>喜歡咖啡與旅行；想提升跨部門溝通技巧。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1A916-AA14-4DAC-82D2-DCACF417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模擬資料，人物與經歷皆為虛構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2450E-2E48-4729-ACAE-7E3134BA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305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45167"/>
                </a:solidFill>
                <a:latin typeface="Noto Sans TC"/>
                <a:ea typeface="Noto Sans TC"/>
                <a:cs typeface="Noto Sans TC"/>
              </a:rPr>
              <a:t>張雅婷　4/4　　原始頁碼 20</a:t>
            </a:r>
          </a:p>
        </p:txBody>
      </p:sp>
    </p:spTree>
    <p:extLst>
      <p:ext uri="{BB962C8B-B14F-4D97-AF65-F5344CB8AC3E}">
        <p14:creationId xmlns:p14="http://schemas.microsoft.com/office/powerpoint/2010/main" val="65976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2026-10-17T04:16:48.3850000Z</dcterms:created>
  <dcterms:modified xsi:type="dcterms:W3CDTF">2026-10-17T04:16:48.3850000Z</dcterms:modified>
</coreProperties>
</file>