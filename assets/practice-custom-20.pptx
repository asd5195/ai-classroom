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6d33cce11422a" /><Relationship Type="http://schemas.openxmlformats.org/officeDocument/2006/relationships/extended-properties" Target="/docProps/app.xml" Id="Rd1993ecb97ea462d" /><Relationship Type="http://schemas.openxmlformats.org/officeDocument/2006/relationships/officeDocument" Target="/ppt/presentation.xml" Id="R7a37a1a0656e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8a6e544cd4db1"/>
  </p:sldMasterIdLst>
  <p:notesMasterIdLst>
    <p:notesMasterId xmlns:r="http://schemas.openxmlformats.org/officeDocument/2006/relationships" r:id="R3e6548bb39924237"/>
  </p:notesMasterIdLst>
  <p:sldIdLst>
    <p:sldId xmlns:r="http://schemas.openxmlformats.org/officeDocument/2006/relationships" id="256" r:id="R7408ca85d5d44b7c"/>
    <p:sldId xmlns:r="http://schemas.openxmlformats.org/officeDocument/2006/relationships" id="257" r:id="R30db914c897a4697"/>
    <p:sldId xmlns:r="http://schemas.openxmlformats.org/officeDocument/2006/relationships" id="258" r:id="R71de4d6f0ef24c0f"/>
    <p:sldId xmlns:r="http://schemas.openxmlformats.org/officeDocument/2006/relationships" id="259" r:id="Recbc35d16d244b38"/>
    <p:sldId xmlns:r="http://schemas.openxmlformats.org/officeDocument/2006/relationships" id="260" r:id="Ra5a494e991544ebc"/>
    <p:sldId xmlns:r="http://schemas.openxmlformats.org/officeDocument/2006/relationships" id="261" r:id="Rf64471a179fa4993"/>
    <p:sldId xmlns:r="http://schemas.openxmlformats.org/officeDocument/2006/relationships" id="262" r:id="Rc9020918b52545ab"/>
    <p:sldId xmlns:r="http://schemas.openxmlformats.org/officeDocument/2006/relationships" id="263" r:id="R40bd0ee254c945ad"/>
    <p:sldId xmlns:r="http://schemas.openxmlformats.org/officeDocument/2006/relationships" id="264" r:id="R769a5416c4c34899"/>
    <p:sldId xmlns:r="http://schemas.openxmlformats.org/officeDocument/2006/relationships" id="265" r:id="R620887677f5b4deb"/>
    <p:sldId xmlns:r="http://schemas.openxmlformats.org/officeDocument/2006/relationships" id="266" r:id="R52e07edf13024416"/>
    <p:sldId xmlns:r="http://schemas.openxmlformats.org/officeDocument/2006/relationships" id="267" r:id="R725e81422c054390"/>
    <p:sldId xmlns:r="http://schemas.openxmlformats.org/officeDocument/2006/relationships" id="268" r:id="R0b0b737df360402e"/>
    <p:sldId xmlns:r="http://schemas.openxmlformats.org/officeDocument/2006/relationships" id="269" r:id="R1fbad5dc055745ba"/>
    <p:sldId xmlns:r="http://schemas.openxmlformats.org/officeDocument/2006/relationships" id="270" r:id="R590d05df55e34f42"/>
    <p:sldId xmlns:r="http://schemas.openxmlformats.org/officeDocument/2006/relationships" id="271" r:id="Rf4edf5d0f3ee43c7"/>
    <p:sldId xmlns:r="http://schemas.openxmlformats.org/officeDocument/2006/relationships" id="272" r:id="R9738e4f810124730"/>
    <p:sldId xmlns:r="http://schemas.openxmlformats.org/officeDocument/2006/relationships" id="273" r:id="Rcabd6f9b5cca4797"/>
    <p:sldId xmlns:r="http://schemas.openxmlformats.org/officeDocument/2006/relationships" id="274" r:id="R1466a660848445f8"/>
    <p:sldId xmlns:r="http://schemas.openxmlformats.org/officeDocument/2006/relationships" id="275" r:id="R5b856fc02b634cb8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林以安" id="{E47E8B89-35B8-40A2-B73B-029D511BCE08}">
          <p14:sldIdLst>
            <p14:sldId id="256"/>
            <p14:sldId id="257"/>
            <p14:sldId id="258"/>
          </p14:sldIdLst>
        </p14:section>
        <p14:section name="陳柏宇" id="{E3C63D74-2496-4CEE-8FCD-463122460E29}">
          <p14:sldIdLst>
            <p14:sldId id="259"/>
            <p14:sldId id="260"/>
            <p14:sldId id="261"/>
            <p14:sldId id="262"/>
            <p14:sldId id="263"/>
          </p14:sldIdLst>
        </p14:section>
        <p14:section name="黃詩涵" id="{68DCCD34-A646-404E-ABB6-012DE89DF17B}">
          <p14:sldIdLst>
            <p14:sldId id="264"/>
            <p14:sldId id="265"/>
          </p14:sldIdLst>
        </p14:section>
        <p14:section name="吳承翰" id="{299BA510-A9D0-4674-B14C-F22C5FF9A469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張雅婷" id="{CC52C7EC-97D3-4C99-A67D-7078B4BB21D2}">
          <p14:sldIdLst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2bfab5fd045df" /><Relationship Type="http://schemas.openxmlformats.org/officeDocument/2006/relationships/slideMaster" Target="/ppt/slideMasters/slideMaster1.xml" Id="Rbaf8a6e544cd4db1" /><Relationship Type="http://schemas.openxmlformats.org/officeDocument/2006/relationships/notesMaster" Target="/ppt/notesMasters/notesMaster1.xml" Id="R3e6548bb39924237" /><Relationship Type="http://schemas.openxmlformats.org/officeDocument/2006/relationships/presProps" Target="/ppt/presProps.xml" Id="R58a110d0b41842b2" /><Relationship Type="http://schemas.openxmlformats.org/officeDocument/2006/relationships/tableStyles" Target="/ppt/tableStyles.xml" Id="R78bd120292ea4ba7" /><Relationship Type="http://schemas.openxmlformats.org/officeDocument/2006/relationships/slide" Target="/ppt/slides/slide1.xml" Id="R7408ca85d5d44b7c" /><Relationship Type="http://schemas.openxmlformats.org/officeDocument/2006/relationships/slide" Target="/ppt/slides/slide2.xml" Id="R30db914c897a4697" /><Relationship Type="http://schemas.openxmlformats.org/officeDocument/2006/relationships/slide" Target="/ppt/slides/slide3.xml" Id="R71de4d6f0ef24c0f" /><Relationship Type="http://schemas.openxmlformats.org/officeDocument/2006/relationships/slide" Target="/ppt/slides/slide4.xml" Id="Recbc35d16d244b38" /><Relationship Type="http://schemas.openxmlformats.org/officeDocument/2006/relationships/slide" Target="/ppt/slides/slide5.xml" Id="Ra5a494e991544ebc" /><Relationship Type="http://schemas.openxmlformats.org/officeDocument/2006/relationships/slide" Target="/ppt/slides/slide6.xml" Id="Rf64471a179fa4993" /><Relationship Type="http://schemas.openxmlformats.org/officeDocument/2006/relationships/slide" Target="/ppt/slides/slide7.xml" Id="Rc9020918b52545ab" /><Relationship Type="http://schemas.openxmlformats.org/officeDocument/2006/relationships/slide" Target="/ppt/slides/slide8.xml" Id="R40bd0ee254c945ad" /><Relationship Type="http://schemas.openxmlformats.org/officeDocument/2006/relationships/slide" Target="/ppt/slides/slide9.xml" Id="R769a5416c4c34899" /><Relationship Type="http://schemas.openxmlformats.org/officeDocument/2006/relationships/slide" Target="/ppt/slides/slide10.xml" Id="R620887677f5b4deb" /><Relationship Type="http://schemas.openxmlformats.org/officeDocument/2006/relationships/slide" Target="/ppt/slides/slide11.xml" Id="R52e07edf13024416" /><Relationship Type="http://schemas.openxmlformats.org/officeDocument/2006/relationships/slide" Target="/ppt/slides/slide12.xml" Id="R725e81422c054390" /><Relationship Type="http://schemas.openxmlformats.org/officeDocument/2006/relationships/slide" Target="/ppt/slides/slide13.xml" Id="R0b0b737df360402e" /><Relationship Type="http://schemas.openxmlformats.org/officeDocument/2006/relationships/slide" Target="/ppt/slides/slide14.xml" Id="R1fbad5dc055745ba" /><Relationship Type="http://schemas.openxmlformats.org/officeDocument/2006/relationships/slide" Target="/ppt/slides/slide15.xml" Id="R590d05df55e34f42" /><Relationship Type="http://schemas.openxmlformats.org/officeDocument/2006/relationships/slide" Target="/ppt/slides/slide16.xml" Id="Rf4edf5d0f3ee43c7" /><Relationship Type="http://schemas.openxmlformats.org/officeDocument/2006/relationships/slide" Target="/ppt/slides/slide17.xml" Id="R9738e4f810124730" /><Relationship Type="http://schemas.openxmlformats.org/officeDocument/2006/relationships/slide" Target="/ppt/slides/slide18.xml" Id="Rcabd6f9b5cca4797" /><Relationship Type="http://schemas.openxmlformats.org/officeDocument/2006/relationships/slide" Target="/ppt/slides/slide19.xml" Id="R1466a660848445f8" /><Relationship Type="http://schemas.openxmlformats.org/officeDocument/2006/relationships/slide" Target="/ppt/slides/slide20.xml" Id="R5b856fc02b63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bfa8aec45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21168b64f74ba8" /><Relationship Type="http://schemas.openxmlformats.org/officeDocument/2006/relationships/notesMaster" Target="/ppt/notesMasters/notesMaster1.xml" Id="Re4d757b7fb8942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f5936be311463c" /><Relationship Type="http://schemas.openxmlformats.org/officeDocument/2006/relationships/notesMaster" Target="/ppt/notesMasters/notesMaster1.xml" Id="R4d30e5addf1f40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01e5784e44e0e" /><Relationship Type="http://schemas.openxmlformats.org/officeDocument/2006/relationships/notesMaster" Target="/ppt/notesMasters/notesMaster1.xml" Id="R9ea6754c88634d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3d9a8fdb740e3" /><Relationship Type="http://schemas.openxmlformats.org/officeDocument/2006/relationships/notesMaster" Target="/ppt/notesMasters/notesMaster1.xml" Id="Rbdd3bf87013b42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fc40a262d41bb" /><Relationship Type="http://schemas.openxmlformats.org/officeDocument/2006/relationships/notesMaster" Target="/ppt/notesMasters/notesMaster1.xml" Id="Rb165ff469313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4866a75076436f" /><Relationship Type="http://schemas.openxmlformats.org/officeDocument/2006/relationships/notesMaster" Target="/ppt/notesMasters/notesMaster1.xml" Id="Rde49be76fc7f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fdefc91e274972" /><Relationship Type="http://schemas.openxmlformats.org/officeDocument/2006/relationships/notesMaster" Target="/ppt/notesMasters/notesMaster1.xml" Id="R948ce3c71d88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35e7dd9ef4491" /><Relationship Type="http://schemas.openxmlformats.org/officeDocument/2006/relationships/notesMaster" Target="/ppt/notesMasters/notesMaster1.xml" Id="R3b34c1e9867c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de6e61a17f448c" /><Relationship Type="http://schemas.openxmlformats.org/officeDocument/2006/relationships/notesMaster" Target="/ppt/notesMasters/notesMaster1.xml" Id="Rc3900643727743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861ebed6a04c96" /><Relationship Type="http://schemas.openxmlformats.org/officeDocument/2006/relationships/notesMaster" Target="/ppt/notesMasters/notesMaster1.xml" Id="R1853c48b685249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8990feff84fe3" /><Relationship Type="http://schemas.openxmlformats.org/officeDocument/2006/relationships/notesMaster" Target="/ppt/notesMasters/notesMaster1.xml" Id="R76709ec30e1443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f8d880d6e14a5c" /><Relationship Type="http://schemas.openxmlformats.org/officeDocument/2006/relationships/notesMaster" Target="/ppt/notesMasters/notesMaster1.xml" Id="R9187b212bb5844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80af7e6616406f" /><Relationship Type="http://schemas.openxmlformats.org/officeDocument/2006/relationships/notesMaster" Target="/ppt/notesMasters/notesMaster1.xml" Id="R92ab7936062948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81617ec22d412f" /><Relationship Type="http://schemas.openxmlformats.org/officeDocument/2006/relationships/notesMaster" Target="/ppt/notesMasters/notesMaster1.xml" Id="R21179178c3b34d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018dbde6264f40" /><Relationship Type="http://schemas.openxmlformats.org/officeDocument/2006/relationships/notesMaster" Target="/ppt/notesMasters/notesMaster1.xml" Id="R02827b07691744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aec6b96f434944" /><Relationship Type="http://schemas.openxmlformats.org/officeDocument/2006/relationships/notesMaster" Target="/ppt/notesMasters/notesMaster1.xml" Id="Rb450abafeb4943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a0c074a7a143e6" /><Relationship Type="http://schemas.openxmlformats.org/officeDocument/2006/relationships/notesMaster" Target="/ppt/notesMasters/notesMaster1.xml" Id="R05ccdb00cb8041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523b5a447b4498" /><Relationship Type="http://schemas.openxmlformats.org/officeDocument/2006/relationships/notesMaster" Target="/ppt/notesMasters/notesMaster1.xml" Id="Rd49ef4882f5b49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2d4ad9bc304f18" /><Relationship Type="http://schemas.openxmlformats.org/officeDocument/2006/relationships/notesMaster" Target="/ppt/notesMasters/notesMaster1.xml" Id="R89c2cdbefc0945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68e2264b7348c5" /><Relationship Type="http://schemas.openxmlformats.org/officeDocument/2006/relationships/notesMaster" Target="/ppt/notesMasters/notesMaster1.xml" Id="R961522e4e7fb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切檔練習素材。第2階段，林以安，個人第1頁，共3頁；原始簡報第1頁。所有人物、單位與經歷皆為虛構。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切檔練習素材。第2階段，林以安，個人第2頁，共3頁；原始簡報第2頁。所有人物、單位與經歷皆為虛構。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切檔練習素材。第2階段，林以安，個人第3頁，共3頁；原始簡報第3頁。所有人物、單位與經歷皆為虛構。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切檔練習素材。第2階段，陳柏宇，個人第1頁，共5頁；原始簡報第4頁。所有人物、單位與經歷皆為虛構。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切檔練習素材。第2階段，陳柏宇，個人第2頁，共5頁；原始簡報第5頁。所有人物、單位與經歷皆為虛構。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切檔練習素材。第2階段，陳柏宇，個人第3頁，共5頁；原始簡報第6頁。所有人物、單位與經歷皆為虛構。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切檔練習素材。第2階段，陳柏宇，個人第4頁，共5頁；原始簡報第7頁。所有人物、單位與經歷皆為虛構。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切檔練習素材。第2階段，陳柏宇，個人第5頁，共5頁；原始簡報第8頁。所有人物、單位與經歷皆為虛構。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切檔練習素材。第2階段，黃詩涵，個人第1頁，共2頁；原始簡報第9頁。所有人物、單位與經歷皆為虛構。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切檔練習素材。第2階段，黃詩涵，個人第2頁，共2頁；原始簡報第10頁。所有人物、單位與經歷皆為虛構。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切檔練習素材。第2階段，吳承翰，個人第1頁，共6頁；原始簡報第11頁。所有人物、單位與經歷皆為虛構。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切檔練習素材。第2階段，吳承翰，個人第2頁，共6頁；原始簡報第12頁。所有人物、單位與經歷皆為虛構。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切檔練習素材。第2階段，吳承翰，個人第3頁，共6頁；原始簡報第13頁。所有人物、單位與經歷皆為虛構。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切檔練習素材。第2階段，吳承翰，個人第4頁，共6頁；原始簡報第14頁。所有人物、單位與經歷皆為虛構。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切檔練習素材。第2階段，吳承翰，個人第5頁，共6頁；原始簡報第15頁。所有人物、單位與經歷皆為虛構。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切檔練習素材。第2階段，吳承翰，個人第6頁，共6頁；原始簡報第16頁。所有人物、單位與經歷皆為虛構。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切檔練習素材。第2階段，張雅婷，個人第1頁，共4頁；原始簡報第17頁。所有人物、單位與經歷皆為虛構。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切檔練習素材。第2階段，張雅婷，個人第2頁，共4頁；原始簡報第18頁。所有人物、單位與經歷皆為虛構。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切檔練習素材。第2階段，張雅婷，個人第3頁，共4頁；原始簡報第19頁。所有人物、單位與經歷皆為虛構。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切檔練習素材。第2階段，張雅婷，個人第4頁，共4頁；原始簡報第20頁。所有人物、單位與經歷皆為虛構。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000b379c34c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97bccbb6447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e6f9b173e41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2d3230fdb44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c415aae2f46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ca17ea5d44f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C91DF1-434F-4F69-8FCC-E1A0708CB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AF4751-8416-494E-AA7C-CF877AE1A6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E08243-BEED-4514-BA7E-B582844B8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17F3C6-4A06-4011-972E-922B8B072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FEF6A3-C2CE-4C9B-ACE7-1DE6A98D6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D755E7-ACAD-49F4-971E-1593DF78B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5A3CC4-8B60-4848-9BC2-398CF6616C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BB3362-8DDE-4CAA-A2A6-7F3B0B4FDA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D84D8A-4D6A-4613-BF80-C56910A8D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B8B286-6C05-4434-A551-0CB1B1701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1b10e6c1d8493d" /><Relationship Type="http://schemas.openxmlformats.org/officeDocument/2006/relationships/slideLayout" Target="/ppt/slideLayouts/slideLayout1.xml" Id="Rf1b73376f7634774" /><Relationship Type="http://schemas.openxmlformats.org/officeDocument/2006/relationships/slideLayout" Target="/ppt/slideLayouts/slideLayout2.xml" Id="Re12226a3ddcb4456" /><Relationship Type="http://schemas.openxmlformats.org/officeDocument/2006/relationships/slideLayout" Target="/ppt/slideLayouts/slideLayout3.xml" Id="R0b16c57a5c304a43" /><Relationship Type="http://schemas.openxmlformats.org/officeDocument/2006/relationships/slideLayout" Target="/ppt/slideLayouts/slideLayout4.xml" Id="R142c4fd704b2462b" /><Relationship Type="http://schemas.openxmlformats.org/officeDocument/2006/relationships/slideLayout" Target="/ppt/slideLayouts/slideLayout5.xml" Id="R5b8b1cd3af844c8d" /><Relationship Type="http://schemas.openxmlformats.org/officeDocument/2006/relationships/slideLayout" Target="/ppt/slideLayouts/slideLayout6.xml" Id="R9196e4c4a6eb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73376f7634774"/>
    <p:sldLayoutId xmlns:r="http://schemas.openxmlformats.org/officeDocument/2006/relationships" id="2147483650" r:id="Re12226a3ddcb4456"/>
    <p:sldLayoutId xmlns:r="http://schemas.openxmlformats.org/officeDocument/2006/relationships" id="2147483651" r:id="R0b16c57a5c304a43"/>
    <p:sldLayoutId xmlns:r="http://schemas.openxmlformats.org/officeDocument/2006/relationships" id="2147483652" r:id="R142c4fd704b2462b"/>
    <p:sldLayoutId xmlns:r="http://schemas.openxmlformats.org/officeDocument/2006/relationships" id="2147483653" r:id="R5b8b1cd3af844c8d"/>
    <p:sldLayoutId xmlns:r="http://schemas.openxmlformats.org/officeDocument/2006/relationships" id="2147483654" r:id="R9196e4c4a6eb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546c2194146e4" /><Relationship Type="http://schemas.openxmlformats.org/officeDocument/2006/relationships/notesSlide" Target="/ppt/notesSlides/notesSlide1.xml" Id="R2ded1fdcef4543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5382272244f0e" /><Relationship Type="http://schemas.openxmlformats.org/officeDocument/2006/relationships/notesSlide" Target="/ppt/notesSlides/notesSlide2.xml" Id="Rdc1b5c5172c24f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e0afbbaf046d2" /><Relationship Type="http://schemas.openxmlformats.org/officeDocument/2006/relationships/notesSlide" Target="/ppt/notesSlides/notesSlide3.xml" Id="Re60b1c2f278f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0b819788c4d57" /><Relationship Type="http://schemas.openxmlformats.org/officeDocument/2006/relationships/notesSlide" Target="/ppt/notesSlides/notesSlide4.xml" Id="R59583e2601544f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4e59e95d442e8" /><Relationship Type="http://schemas.openxmlformats.org/officeDocument/2006/relationships/notesSlide" Target="/ppt/notesSlides/notesSlide5.xml" Id="R44510a5f45eb49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892bc07454df7" /><Relationship Type="http://schemas.openxmlformats.org/officeDocument/2006/relationships/notesSlide" Target="/ppt/notesSlides/notesSlide6.xml" Id="R34e36d8f26bd46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864c5df9c4d2f" /><Relationship Type="http://schemas.openxmlformats.org/officeDocument/2006/relationships/notesSlide" Target="/ppt/notesSlides/notesSlide7.xml" Id="R2b0a451a1097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1faa2a4c24815" /><Relationship Type="http://schemas.openxmlformats.org/officeDocument/2006/relationships/notesSlide" Target="/ppt/notesSlides/notesSlide8.xml" Id="R07f466a7cdd648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23022701740ba" /><Relationship Type="http://schemas.openxmlformats.org/officeDocument/2006/relationships/notesSlide" Target="/ppt/notesSlides/notesSlide9.xml" Id="R8ceb3155280743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b32ba585943db" /><Relationship Type="http://schemas.openxmlformats.org/officeDocument/2006/relationships/notesSlide" Target="/ppt/notesSlides/notesSlide10.xml" Id="R9f6dadbc5bae41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5c62bfd8442ad" /><Relationship Type="http://schemas.openxmlformats.org/officeDocument/2006/relationships/notesSlide" Target="/ppt/notesSlides/notesSlide11.xml" Id="Re0c4097c32614e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9a967528b4e0d" /><Relationship Type="http://schemas.openxmlformats.org/officeDocument/2006/relationships/notesSlide" Target="/ppt/notesSlides/notesSlide12.xml" Id="Rb460a16a81644c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dbdcb77654c36" /><Relationship Type="http://schemas.openxmlformats.org/officeDocument/2006/relationships/notesSlide" Target="/ppt/notesSlides/notesSlide13.xml" Id="R6a320f853c2543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9cc44942b4c58" /><Relationship Type="http://schemas.openxmlformats.org/officeDocument/2006/relationships/notesSlide" Target="/ppt/notesSlides/notesSlide14.xml" Id="R5475db66239743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d1f38cd4a4a1e" /><Relationship Type="http://schemas.openxmlformats.org/officeDocument/2006/relationships/notesSlide" Target="/ppt/notesSlides/notesSlide15.xml" Id="R9cfa5081c6ed4c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61c8bc91c49c9" /><Relationship Type="http://schemas.openxmlformats.org/officeDocument/2006/relationships/notesSlide" Target="/ppt/notesSlides/notesSlide16.xml" Id="Rd41bcbdf6ac74c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f14c69aec400b" /><Relationship Type="http://schemas.openxmlformats.org/officeDocument/2006/relationships/notesSlide" Target="/ppt/notesSlides/notesSlide17.xml" Id="R7d00595e792540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0463d261043d5" /><Relationship Type="http://schemas.openxmlformats.org/officeDocument/2006/relationships/notesSlide" Target="/ppt/notesSlides/notesSlide18.xml" Id="Redc0fdb1acf942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224fd06e444050" /><Relationship Type="http://schemas.openxmlformats.org/officeDocument/2006/relationships/notesSlide" Target="/ppt/notesSlides/notesSlide19.xml" Id="R7baf6c11f22a45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54bff46cf4553" /><Relationship Type="http://schemas.openxmlformats.org/officeDocument/2006/relationships/notesSlide" Target="/ppt/notesSlides/notesSlide20.xml" Id="Rad1bd9035182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7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1439A-7E5D-4865-B825-FDBE5824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59F10-BBC3-481E-A0C7-1FB79760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林以安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439E6-0C9C-41C9-8190-8E401E6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把學習變成工作中的小改變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4A060-78E3-4415-8174-1572C22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2 年，主要負責新人訓練與內部課程。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喜歡先聽懂需求，再把複雜資訊整理清楚。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CC454-3F4B-4CA5-8296-452AB2C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5704D-E752-482C-B2DA-1B3A99C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林以安　1/3　　原始頁碼 01</a:t>
            </a:r>
          </a:p>
        </p:txBody>
      </p:sp>
    </p:spTree>
    <p:extLst>
      <p:ext uri="{BB962C8B-B14F-4D97-AF65-F5344CB8AC3E}">
        <p14:creationId xmlns:p14="http://schemas.microsoft.com/office/powerpoint/2010/main" val="1300578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A3D93-4675-4C90-8C31-FD097D3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466CB-8140-4371-9F5B-A04C8F5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林以安｜我的工作內容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9244-4D0D-4BB3-843E-400C1314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新人訓練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B99D0-1091-4A38-96ED-2AF2542D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安排課程、整理教材，協助新人熟悉工作。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AFA63-E426-49A0-BBE4-8155824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內部講師支援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BB063-F6C9-4819-9BB7-D73C608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協助講師整理教案與課後回饋。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0D29D-A46D-4205-944C-EBC42B84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94625-7413-40AF-8D8A-235BD1A3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林以安　2/3　　原始頁碼 02</a:t>
            </a:r>
          </a:p>
        </p:txBody>
      </p:sp>
    </p:spTree>
    <p:extLst>
      <p:ext uri="{BB962C8B-B14F-4D97-AF65-F5344CB8AC3E}">
        <p14:creationId xmlns:p14="http://schemas.microsoft.com/office/powerpoint/2010/main" val="571824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EFC61-3910-4662-8A1D-C6053E1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D1F8E-002B-45D2-AE0F-F13C4F1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林以安｜與我合作的方式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77AB2-8288-4EAA-A89C-9F865094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A6857-5A7C-48DD-9D15-BE18D36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先確認目標、對象與完成時間，再開始執行。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B4EA8-D705-429B-85B7-6F91367A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FFD94-9420-45B4-AA6F-CB7B819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週末打排球、收集文具；想學會資料視覺化。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5177F-85C4-4027-8C9E-6D79B55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96606-7ECF-449C-8745-1B60A69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林以安　3/3　　原始頁碼 03</a:t>
            </a:r>
          </a:p>
        </p:txBody>
      </p:sp>
    </p:spTree>
    <p:extLst>
      <p:ext uri="{BB962C8B-B14F-4D97-AF65-F5344CB8AC3E}">
        <p14:creationId xmlns:p14="http://schemas.microsoft.com/office/powerpoint/2010/main" val="1849890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863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14010-DDD0-4C0B-904B-4848DC1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C6591-5613-4CDC-8D99-1D40E8FB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陳柏宇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CE2B2-AD22-42FB-9D13-86FBEF3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讓同事少卡關，多一點順暢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0760-C6E8-4D21-967E-009440B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3 年，負責內部系統維護與使用者支援。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遇到問題時，習慣先重現情況，再找出原因。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99869-21A9-4287-BF92-A9435468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A4FBC-DF23-4903-BD2A-28E64CD7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陳柏宇　1/5　　原始頁碼 04</a:t>
            </a:r>
          </a:p>
        </p:txBody>
      </p:sp>
    </p:spTree>
    <p:extLst>
      <p:ext uri="{BB962C8B-B14F-4D97-AF65-F5344CB8AC3E}">
        <p14:creationId xmlns:p14="http://schemas.microsoft.com/office/powerpoint/2010/main" val="634405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E6DFC-2374-4208-9B38-0511C59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8E139-8153-4E3D-A89E-93EC458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CCAC-2156-413F-86C1-B854EEF3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系統維護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90223-2ADF-4274-82A1-B41EF325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追蹤異常、安排更新，維持日常服務運作。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9D1B-9EEE-47D9-8F84-DB6E5AB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使用者支援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B850C-82DF-41A1-BC87-66FB7181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協助同事排除操作問題，整理常見問答。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BF3FE-1957-450E-8C4B-C8D6794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B0B53-644D-42D3-B1C7-DC1770C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2/5　　原始頁碼 05</a:t>
            </a:r>
          </a:p>
        </p:txBody>
      </p:sp>
    </p:spTree>
    <p:extLst>
      <p:ext uri="{BB962C8B-B14F-4D97-AF65-F5344CB8AC3E}">
        <p14:creationId xmlns:p14="http://schemas.microsoft.com/office/powerpoint/2010/main" val="1634651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1B144-182D-42DB-A893-8E1D02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83C2-3B95-4849-B6F0-C3864B87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BE038-C519-4A14-89E7-7CEFBB32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服務申請表優化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ADDBF-C073-4D6F-A95B-DCCB510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重新整理申請欄位，讓需求資訊更完整。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450B6-1F37-413F-B7CC-9494787E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DF04-FABA-451A-810A-2FD6FEA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收集常見退件原因，加入填寫範例與檢核。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FECF5-8CE0-40E7-9EB9-85D82E8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10D97-F8DD-4CD1-8003-1F857351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3/5　　原始頁碼 06</a:t>
            </a:r>
          </a:p>
        </p:txBody>
      </p:sp>
    </p:spTree>
    <p:extLst>
      <p:ext uri="{BB962C8B-B14F-4D97-AF65-F5344CB8AC3E}">
        <p14:creationId xmlns:p14="http://schemas.microsoft.com/office/powerpoint/2010/main" val="1089794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8381F-0943-45B4-AB6B-A237176E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2FC68-A25A-4F5A-B3DE-19D1494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4A830-40D9-4BE0-B491-AD12FC70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33D05-153F-4060-B994-4C9FCF42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提供操作步驟與錯誤訊息，有助於快速釐清。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A3A30-CFD6-425D-8793-C0E4C62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BB77B-A061-4AB3-A49F-D2D54D7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喜歡桌遊與單車；想把技術說明寫得更易懂。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7988C-B696-4CA9-A9E3-5C86EEC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F3695-017F-44F0-BEF2-0958878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4/5　　原始頁碼 07</a:t>
            </a:r>
          </a:p>
        </p:txBody>
      </p:sp>
    </p:spTree>
    <p:extLst>
      <p:ext uri="{BB962C8B-B14F-4D97-AF65-F5344CB8AC3E}">
        <p14:creationId xmlns:p14="http://schemas.microsoft.com/office/powerpoint/2010/main" val="1072631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C2690-53CE-4E0E-9653-A339F292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DB6D6-FFBF-416D-A0C6-244E4669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陳柏宇｜我的學習與分享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61974-9D83-4DD9-8541-3B02D865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我想學的能力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50D4B-752E-495A-8CFC-167F2D9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改善非技術同事閱讀操作說明的體驗。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4851-B26C-4D3E-A26C-4A15E1D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我能提供的協助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97622-F9B4-4FE5-B590-2E0C40F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協助盤點重複操作，評估可行的自動化方式。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86CE-47C3-4B25-A816-5932564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AA4EF-B4BD-4E11-BADA-30567AE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5/5　　原始頁碼 08</a:t>
            </a:r>
          </a:p>
        </p:txBody>
      </p:sp>
    </p:spTree>
    <p:extLst>
      <p:ext uri="{BB962C8B-B14F-4D97-AF65-F5344CB8AC3E}">
        <p14:creationId xmlns:p14="http://schemas.microsoft.com/office/powerpoint/2010/main" val="1347138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86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4804A-7E0C-41D0-BEAD-8424EDA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C41A2-1C2E-4BED-A6D8-3C864B8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黃詩涵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5018F-91D3-4CA8-8E43-76D1997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讓數字背後的原因更清楚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9E42D-3F73-4C01-B7FA-7BBDCAE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1 年，負責費用彙整與預算追蹤。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喜歡核對資料，也喜歡和同事一起找出差異原因。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56BE7-5309-416E-AC02-2EA455D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04C28-230F-4C08-867A-5F65342D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黃詩涵　1/2　　原始頁碼 09</a:t>
            </a:r>
          </a:p>
        </p:txBody>
      </p:sp>
    </p:spTree>
    <p:extLst>
      <p:ext uri="{BB962C8B-B14F-4D97-AF65-F5344CB8AC3E}">
        <p14:creationId xmlns:p14="http://schemas.microsoft.com/office/powerpoint/2010/main" val="540424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E40EF-FC62-4949-8A98-EB711334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AF18A-5B6C-4539-A273-C49F933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黃詩涵｜與我合作的方式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0CF38-399F-46BE-908D-0D93ABC1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1F720-CD7A-4A60-857A-B972EDF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希望數據附上期間、單位與資料來源。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2E67D-EE32-4D42-8E64-C0C0C13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C41E4-12B7-40CE-8B15-D3C69090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喜歡烘焙與散步；想增進商務簡報表達。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46C1-38B9-42BF-AE7D-560924A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824A0-67CE-4735-B2D3-9BCA899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黃詩涵　2/2　　原始頁碼 10</a:t>
            </a:r>
          </a:p>
        </p:txBody>
      </p:sp>
    </p:spTree>
    <p:extLst>
      <p:ext uri="{BB962C8B-B14F-4D97-AF65-F5344CB8AC3E}">
        <p14:creationId xmlns:p14="http://schemas.microsoft.com/office/powerpoint/2010/main" val="301410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47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A1219-0FAB-4DF9-8770-D16E308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E2DEF-CE8F-4D48-AE0D-35E0DA7E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吳承翰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82767-100F-45FD-9492-00072952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用現場觀察，找到改善的起點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D94F-F24F-4923-A19F-02E82D70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4 年，負責製程追蹤與跨單位改善。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喜歡到現場了解情況，也重視經驗的整理與傳承。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75AAB-D1B4-4D80-9539-02D35E4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8364-60BF-4AC6-88B3-7897C40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吳承翰　1/6　　原始頁碼 11</a:t>
            </a:r>
          </a:p>
        </p:txBody>
      </p:sp>
    </p:spTree>
    <p:extLst>
      <p:ext uri="{BB962C8B-B14F-4D97-AF65-F5344CB8AC3E}">
        <p14:creationId xmlns:p14="http://schemas.microsoft.com/office/powerpoint/2010/main" val="2130867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00A7D-C7BD-4B0C-8980-DB143478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EF6B1-BECF-4841-9CB5-1C8003BB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4C3D0-FCEE-4F44-9C6E-1BD2834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製程追蹤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0046A-18A1-450D-BAE1-843CE61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記錄現場狀況，整理異常與後續處理進度。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A35B2-8464-4320-8745-71B6DD0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改善協作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3D8D5-088F-4F03-92B8-11BEE737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與生產、品保及維修同事討論改善方向。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179F2-D65F-47F0-8E59-A0C62F97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54FE4-19A4-4DDE-9575-52260DAA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2/6　　原始頁碼 12</a:t>
            </a:r>
          </a:p>
        </p:txBody>
      </p:sp>
    </p:spTree>
    <p:extLst>
      <p:ext uri="{BB962C8B-B14F-4D97-AF65-F5344CB8AC3E}">
        <p14:creationId xmlns:p14="http://schemas.microsoft.com/office/powerpoint/2010/main" val="1586646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97418-955E-46AA-8328-089D5E29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46ACB-12CB-473D-AD59-C4F1DA65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E01B2-438A-4CD8-B7A7-8F1025D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交接紀錄改善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DB61-80B9-40C9-A0F6-B2DCDF0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讓班別交接時的重要資訊更容易掌握。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957C6-E2C1-4C40-92CC-8402FF11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6A19C-A4A3-4A04-8C48-A22149CE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訪談使用者、調整欄位，再收集試填回饋。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0EBB5-D788-4531-A06F-007904A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BFA66-342D-4A46-9653-A906B4D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3/6　　原始頁碼 13</a:t>
            </a:r>
          </a:p>
        </p:txBody>
      </p:sp>
    </p:spTree>
    <p:extLst>
      <p:ext uri="{BB962C8B-B14F-4D97-AF65-F5344CB8AC3E}">
        <p14:creationId xmlns:p14="http://schemas.microsoft.com/office/powerpoint/2010/main" val="382046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BB78-C5A7-4E0C-8BF2-44A2200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CD346-7033-469D-8AEF-DD477BC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C56F0-EC70-4A8B-BE8F-1420731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21ACE-4E8E-4E99-ACC0-D21A59FA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先確認現況與限制，討論時搭配具體案例。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D9234-8B87-4CBB-9926-71A78BF7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15BD7-2C04-48C3-9231-F236BF26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喜歡爬山與攝影；想練習帶領小型改善會議。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9685E-D7E6-47C9-810D-D484C481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9820D-1507-42A2-B3ED-30327D1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4/6　　原始頁碼 14</a:t>
            </a:r>
          </a:p>
        </p:txBody>
      </p:sp>
    </p:spTree>
    <p:extLst>
      <p:ext uri="{BB962C8B-B14F-4D97-AF65-F5344CB8AC3E}">
        <p14:creationId xmlns:p14="http://schemas.microsoft.com/office/powerpoint/2010/main" val="1883102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5ED00-102D-438F-84F9-C2016390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7B76D-0B97-4106-8AD9-19207D8E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吳承翰｜我的學習與分享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9915-707E-44EB-801E-9595088A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我想學的能力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8DF60-E947-4AE2-BC9E-568D5F4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把現場經驗整理成新人容易理解的教材。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38A73-B3A9-4BD6-8E5D-BC742E8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我能提供的協助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3C51-018D-408E-A4A2-9874218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分享問題拆解方法，協助檢查流程中的落差。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306A6-B311-4B7C-9175-79BDBE6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A0ED4-9E00-4FD0-880D-25267ECA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5/6　　原始頁碼 15</a:t>
            </a:r>
          </a:p>
        </p:txBody>
      </p:sp>
    </p:spTree>
    <p:extLst>
      <p:ext uri="{BB962C8B-B14F-4D97-AF65-F5344CB8AC3E}">
        <p14:creationId xmlns:p14="http://schemas.microsoft.com/office/powerpoint/2010/main" val="1229677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F364-D996-4FE3-8920-DF74739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5106F-D508-4B7D-9320-21A48C8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吳承翰｜我的下一步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87440-0946-49F0-95E2-98B9E05C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未來三個月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357F8-C88A-45E3-9B91-184AFFA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將一個常見工作情境整理成可以分享的案例。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C6D97-DA28-4A03-AC4E-2FDDB366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我期待的合作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60FFE-B4C7-4C9F-87C3-1BDCDA5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邀請不同單位同事提供建議，一起試做並修正。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E1DC9-C793-4658-85C3-B9353CAB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6D05-195C-4671-AEB6-EC1E0257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6/6　　原始頁碼 16</a:t>
            </a:r>
          </a:p>
        </p:txBody>
      </p:sp>
    </p:spTree>
    <p:extLst>
      <p:ext uri="{BB962C8B-B14F-4D97-AF65-F5344CB8AC3E}">
        <p14:creationId xmlns:p14="http://schemas.microsoft.com/office/powerpoint/2010/main" val="1367332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A451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F5BF2-4C53-49B6-8B56-B9D5353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72830-7149-4DE0-B884-F884830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張雅婷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2BC16-CEAE-472B-BB73-C1154EF8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讓每一次回覆，都多一點理解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2AE6-C8DC-4DC0-B557-251A31D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2 年，負責訂單追蹤與客戶需求協調。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喜歡和人互動，也習慣把待辦事項記錄清楚。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57127-1980-4078-A7A1-D26D2D64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406F0-FA19-42A7-B239-95B58368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張雅婷　1/4　　原始頁碼 17</a:t>
            </a:r>
          </a:p>
        </p:txBody>
      </p:sp>
    </p:spTree>
    <p:extLst>
      <p:ext uri="{BB962C8B-B14F-4D97-AF65-F5344CB8AC3E}">
        <p14:creationId xmlns:p14="http://schemas.microsoft.com/office/powerpoint/2010/main" val="819441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FABCF-C25D-4534-BC77-ED8EDDAA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42AC3-64B0-455B-9A81-19D8FC08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9BBE7-2F83-4E4A-8665-E68D16E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訂單追蹤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70824-4D68-4533-8AEE-BE4A9F3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確認進度、更新狀態，提醒相關同事跟進。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C925-165B-4168-83CF-033E28F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需求協調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9651-D438-4A95-9051-A46E0F7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整理客戶問題，協助內部確認回覆方向。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36B1E-D8E6-46BD-B962-501341E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A4BC1-3B78-4368-9CB5-FCBD7F5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2/4　　原始頁碼 18</a:t>
            </a:r>
          </a:p>
        </p:txBody>
      </p:sp>
    </p:spTree>
    <p:extLst>
      <p:ext uri="{BB962C8B-B14F-4D97-AF65-F5344CB8AC3E}">
        <p14:creationId xmlns:p14="http://schemas.microsoft.com/office/powerpoint/2010/main" val="1140836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F3283-DA59-4544-AAD6-ADBE18C8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52AB-D4A4-4050-A828-0949ABE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2DE1A-4456-4332-A7EA-AD186A6B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常見問題整理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9427D-A2E4-4290-A46E-8710782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把重複出現的詢問整理成內部參考資料。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50D9A-BB8B-40A0-9AB9-AC39D89E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E41EA-C9FE-4100-B703-A5543B50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依問題類型分類，補上窗口與回覆注意事項。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5FE78-A027-4EE0-B726-895FC9AB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30B39-F3F2-4A29-B5BA-96702ACD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3/4　　原始頁碼 19</a:t>
            </a:r>
          </a:p>
        </p:txBody>
      </p:sp>
    </p:spTree>
    <p:extLst>
      <p:ext uri="{BB962C8B-B14F-4D97-AF65-F5344CB8AC3E}">
        <p14:creationId xmlns:p14="http://schemas.microsoft.com/office/powerpoint/2010/main" val="21213642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813C2-EC0D-40EE-9241-2D868F6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E1EE5-CE14-42A6-9B53-8518C4F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B8B7C-9F12-462E-AA6C-05ACA66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9517-33B6-4063-930F-3CC50A8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清楚說明時限與優先順序，重要事項文字確認。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84FCD-C092-4098-9FCE-5638A28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1E58B-DD63-45A6-9842-F0273F06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喜歡咖啡與旅行；想提升跨部門溝通技巧。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825F8-B52B-4EE4-9F22-F429C5D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A683E-8294-464B-886F-5B78901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4/4　　原始頁碼 20</a:t>
            </a:r>
          </a:p>
        </p:txBody>
      </p:sp>
    </p:spTree>
    <p:extLst>
      <p:ext uri="{BB962C8B-B14F-4D97-AF65-F5344CB8AC3E}">
        <p14:creationId xmlns:p14="http://schemas.microsoft.com/office/powerpoint/2010/main" val="1578370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2026-10-17T04:16:52.1050000Z</dcterms:created>
  <dcterms:modified xsi:type="dcterms:W3CDTF">2026-10-17T04:16:52.1050000Z</dcterms:modified>
</coreProperties>
</file>