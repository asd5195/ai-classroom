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e54496a81e4ab8" /><Relationship Type="http://schemas.openxmlformats.org/officeDocument/2006/relationships/extended-properties" Target="/docProps/app.xml" Id="R5d46186d7231413d" /><Relationship Type="http://schemas.openxmlformats.org/officeDocument/2006/relationships/officeDocument" Target="/ppt/presentation.xml" Id="R5d393a859d92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6dd4961d2c4b82"/>
  </p:sldMasterIdLst>
  <p:notesMasterIdLst>
    <p:notesMasterId xmlns:r="http://schemas.openxmlformats.org/officeDocument/2006/relationships" r:id="Rd9e8e473c27f4b98"/>
  </p:notesMasterIdLst>
  <p:sldIdLst>
    <p:sldId xmlns:r="http://schemas.openxmlformats.org/officeDocument/2006/relationships" id="256" r:id="R677a025134d14c34"/>
    <p:sldId xmlns:r="http://schemas.openxmlformats.org/officeDocument/2006/relationships" id="257" r:id="Rc863cf776fcd4600"/>
    <p:sldId xmlns:r="http://schemas.openxmlformats.org/officeDocument/2006/relationships" id="258" r:id="R8ac06df3c9d341c6"/>
    <p:sldId xmlns:r="http://schemas.openxmlformats.org/officeDocument/2006/relationships" id="259" r:id="Rfec5ddf4d6224f32"/>
    <p:sldId xmlns:r="http://schemas.openxmlformats.org/officeDocument/2006/relationships" id="260" r:id="R351d3a85704b4d64"/>
    <p:sldId xmlns:r="http://schemas.openxmlformats.org/officeDocument/2006/relationships" id="261" r:id="R8c1c0ac3337f441c"/>
    <p:sldId xmlns:r="http://schemas.openxmlformats.org/officeDocument/2006/relationships" id="262" r:id="R9c6c4f8ddfc24f89"/>
    <p:sldId xmlns:r="http://schemas.openxmlformats.org/officeDocument/2006/relationships" id="263" r:id="R2b9ad57f59cf41a9"/>
    <p:sldId xmlns:r="http://schemas.openxmlformats.org/officeDocument/2006/relationships" id="264" r:id="Rbb4cec91f7c24445"/>
    <p:sldId xmlns:r="http://schemas.openxmlformats.org/officeDocument/2006/relationships" id="265" r:id="R72b6a2c920694dea"/>
    <p:sldId xmlns:r="http://schemas.openxmlformats.org/officeDocument/2006/relationships" id="266" r:id="R38764b71aa984b42"/>
    <p:sldId xmlns:r="http://schemas.openxmlformats.org/officeDocument/2006/relationships" id="267" r:id="Rbd899d6ace16494c"/>
    <p:sldId xmlns:r="http://schemas.openxmlformats.org/officeDocument/2006/relationships" id="268" r:id="R2bb1eff8aea440a0"/>
    <p:sldId xmlns:r="http://schemas.openxmlformats.org/officeDocument/2006/relationships" id="269" r:id="R0031b4bf87de489b"/>
    <p:sldId xmlns:r="http://schemas.openxmlformats.org/officeDocument/2006/relationships" id="270" r:id="Ra2e7fd97d03d4abe"/>
    <p:sldId xmlns:r="http://schemas.openxmlformats.org/officeDocument/2006/relationships" id="271" r:id="R7f843b8132f645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d74aa262642a9" /><Relationship Type="http://schemas.openxmlformats.org/officeDocument/2006/relationships/slideMaster" Target="/ppt/slideMasters/slideMaster1.xml" Id="R516dd4961d2c4b82" /><Relationship Type="http://schemas.openxmlformats.org/officeDocument/2006/relationships/notesMaster" Target="/ppt/notesMasters/notesMaster1.xml" Id="Rd9e8e473c27f4b98" /><Relationship Type="http://schemas.openxmlformats.org/officeDocument/2006/relationships/presProps" Target="/ppt/presProps.xml" Id="R0145c65108324788" /><Relationship Type="http://schemas.openxmlformats.org/officeDocument/2006/relationships/tableStyles" Target="/ppt/tableStyles.xml" Id="Rdc35f785a355401c" /><Relationship Type="http://schemas.openxmlformats.org/officeDocument/2006/relationships/slide" Target="/ppt/slides/slide1.xml" Id="R677a025134d14c34" /><Relationship Type="http://schemas.openxmlformats.org/officeDocument/2006/relationships/slide" Target="/ppt/slides/slide2.xml" Id="Rc863cf776fcd4600" /><Relationship Type="http://schemas.openxmlformats.org/officeDocument/2006/relationships/slide" Target="/ppt/slides/slide3.xml" Id="R8ac06df3c9d341c6" /><Relationship Type="http://schemas.openxmlformats.org/officeDocument/2006/relationships/slide" Target="/ppt/slides/slide4.xml" Id="Rfec5ddf4d6224f32" /><Relationship Type="http://schemas.openxmlformats.org/officeDocument/2006/relationships/slide" Target="/ppt/slides/slide5.xml" Id="R351d3a85704b4d64" /><Relationship Type="http://schemas.openxmlformats.org/officeDocument/2006/relationships/slide" Target="/ppt/slides/slide6.xml" Id="R8c1c0ac3337f441c" /><Relationship Type="http://schemas.openxmlformats.org/officeDocument/2006/relationships/slide" Target="/ppt/slides/slide7.xml" Id="R9c6c4f8ddfc24f89" /><Relationship Type="http://schemas.openxmlformats.org/officeDocument/2006/relationships/slide" Target="/ppt/slides/slide8.xml" Id="R2b9ad57f59cf41a9" /><Relationship Type="http://schemas.openxmlformats.org/officeDocument/2006/relationships/slide" Target="/ppt/slides/slide9.xml" Id="Rbb4cec91f7c24445" /><Relationship Type="http://schemas.openxmlformats.org/officeDocument/2006/relationships/slide" Target="/ppt/slides/slide10.xml" Id="R72b6a2c920694dea" /><Relationship Type="http://schemas.openxmlformats.org/officeDocument/2006/relationships/slide" Target="/ppt/slides/slide11.xml" Id="R38764b71aa984b42" /><Relationship Type="http://schemas.openxmlformats.org/officeDocument/2006/relationships/slide" Target="/ppt/slides/slide12.xml" Id="Rbd899d6ace16494c" /><Relationship Type="http://schemas.openxmlformats.org/officeDocument/2006/relationships/slide" Target="/ppt/slides/slide13.xml" Id="R2bb1eff8aea440a0" /><Relationship Type="http://schemas.openxmlformats.org/officeDocument/2006/relationships/slide" Target="/ppt/slides/slide14.xml" Id="R0031b4bf87de489b" /><Relationship Type="http://schemas.openxmlformats.org/officeDocument/2006/relationships/slide" Target="/ppt/slides/slide15.xml" Id="Ra2e7fd97d03d4abe" /><Relationship Type="http://schemas.openxmlformats.org/officeDocument/2006/relationships/slide" Target="/ppt/slides/slide16.xml" Id="R7f843b8132f645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b389f3389449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b05db9dfcb4332" /><Relationship Type="http://schemas.openxmlformats.org/officeDocument/2006/relationships/notesMaster" Target="/ppt/notesMasters/notesMaster1.xml" Id="Reb249ad2731d46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b0b2feefb474d" /><Relationship Type="http://schemas.openxmlformats.org/officeDocument/2006/relationships/notesMaster" Target="/ppt/notesMasters/notesMaster1.xml" Id="R726e898909cb47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0436d358e54119" /><Relationship Type="http://schemas.openxmlformats.org/officeDocument/2006/relationships/notesMaster" Target="/ppt/notesMasters/notesMaster1.xml" Id="Rf294687c922546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70c260ed934d8e" /><Relationship Type="http://schemas.openxmlformats.org/officeDocument/2006/relationships/notesMaster" Target="/ppt/notesMasters/notesMaster1.xml" Id="R5933879c6d2a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b763629c9d4bdc" /><Relationship Type="http://schemas.openxmlformats.org/officeDocument/2006/relationships/notesMaster" Target="/ppt/notesMasters/notesMaster1.xml" Id="R3c4525c5e39d41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4f8f72da344374" /><Relationship Type="http://schemas.openxmlformats.org/officeDocument/2006/relationships/notesMaster" Target="/ppt/notesMasters/notesMaster1.xml" Id="Rfcdac8417b134b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7bb90920344709" /><Relationship Type="http://schemas.openxmlformats.org/officeDocument/2006/relationships/notesMaster" Target="/ppt/notesMasters/notesMaster1.xml" Id="Rc4cc6c4cbb4941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a1ad2064004d39" /><Relationship Type="http://schemas.openxmlformats.org/officeDocument/2006/relationships/notesMaster" Target="/ppt/notesMasters/notesMaster1.xml" Id="R7a2bb35063c444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d9369c0dca4292" /><Relationship Type="http://schemas.openxmlformats.org/officeDocument/2006/relationships/notesMaster" Target="/ppt/notesMasters/notesMaster1.xml" Id="R62efe7ef4e844a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9d7afc99e24e96" /><Relationship Type="http://schemas.openxmlformats.org/officeDocument/2006/relationships/notesMaster" Target="/ppt/notesMasters/notesMaster1.xml" Id="R3d458dc2ccb442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a97d4066cc43ee" /><Relationship Type="http://schemas.openxmlformats.org/officeDocument/2006/relationships/notesMaster" Target="/ppt/notesMasters/notesMaster1.xml" Id="R1557cd766d1345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9de8cef2594506" /><Relationship Type="http://schemas.openxmlformats.org/officeDocument/2006/relationships/notesMaster" Target="/ppt/notesMasters/notesMaster1.xml" Id="Raa77e6cba3e64e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6aac30b4ce4211" /><Relationship Type="http://schemas.openxmlformats.org/officeDocument/2006/relationships/notesMaster" Target="/ppt/notesMasters/notesMaster1.xml" Id="R0e7bb25c44c542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1bc1fe800149c7" /><Relationship Type="http://schemas.openxmlformats.org/officeDocument/2006/relationships/notesMaster" Target="/ppt/notesMasters/notesMaster1.xml" Id="R03567f8bb97440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a06214bed14601" /><Relationship Type="http://schemas.openxmlformats.org/officeDocument/2006/relationships/notesMaster" Target="/ppt/notesMasters/notesMaster1.xml" Id="R479f4a0c384446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cd7ccdbd204ce7" /><Relationship Type="http://schemas.openxmlformats.org/officeDocument/2006/relationships/notesMaster" Target="/ppt/notesMasters/notesMaster1.xml" Id="R098deeb27a3d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0:00–0:20。今天從 HR 工作中重複刪頁、另存新檔的情境出發，練習描述需求，請 AI 製作小工具。課前準備與完整提示詞在附錄。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問：你會怎麼做？讓學員舉手回應是否做過不難、但一直複製刪除另存的工作。這件事規則明確，卻需重複十次，適合做成可重複使用的小工具。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三個問題都回答可以，就很適合當第一個練習。AI 也能協助通知草擬、意見整理、缺漏檢查。人才評估或錄用判斷仍需要人負責決策。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 AI 開發時只提供工作規則。測試用自製、無機密的 8 頁簡報。只遮姓名不一定足夠，仍須考慮 Email、薪資、績效與其他可辨識資訊。正式使用前依公司規定確認程式行為。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逐一將需求對應到情境、輸入、規則、輸出與限制。先確認核心切檔功能，不需要一次加入所有想法。今天的兩種模式都是基本功能。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先展示完成後的結果。請學員確認示範簡報共 8 頁，內容有明顯原始頁碼。固定拆分與指定拆分都必做。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請講師課前將附錄 A1–A3 的文字合併提供學員複製，避免現場逐頁輸入。6–8 分鐘生成，8–9 分鐘下載開啟。若第 9 分鐘仍未有可用工具，切換事先測試的備用 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依序完成兩種模式。提醒頁碼依原簡報實際順序計算，不是內容上印的編號。預覽分組後再執行，可逐一下載或 ZIP 下載。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實際開啟四份輸出檔，核對兩份各4頁與兩份各3頁。查看文字、圖片、表格是否正常，點文字確認可編輯。若無法開啟或需要修復，表示未通過。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發現問題者用四個欄位回報 AI。完成者選擇測試 1-3,6,8，或追加自訂檔名需求。避免只說壞掉了，也不要為了除錯直接上傳公司機密。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請在聊天室或便利貼填一句即可。課後再補充輸入、規則、輸出、假資料與驗收方式。收尾：先找重複工作，說清楚規則，用假資料測試，再檢查結果。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第二堂依 HR 工作機密性展開：先辨識哪些資料不必提供，能用假資料就先用假資料；需要範例時依公司規定遮蔽或代碼化。代碼化仍可能回推個人，不能直接視為匿名。示範用假造名單練習處理。實際使用仍以公司核准工具與規範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A1–A3 合併後就是完整課堂提示詞。可直接選取文字複製。附錄 B 供講師課前確認。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A1–A3 合併後就是完整課堂提示詞。可直接選取文字複製。附錄 B 供講師課前確認。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A1–A3 合併後就是完整課堂提示詞。可直接選取文字複製。附錄 B 供講師課前確認。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A1–A3 合併後就是完整課堂提示詞。可直接選取文字複製。附錄 B 供講師課前確認。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eacdd285749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d6b86803347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1936025ed44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d9da7511448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6356ecf3042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a504502994d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D0271F-1DDD-4B9E-9A3D-9A307E2917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83E6D0-EC21-4EB5-BE92-27DEADD41D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EDD620-DAE4-494D-8CE8-420199B1A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A812A9-290E-4F88-A588-0D2D7A5CF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C3EC5E-5469-494D-B906-8E3E7A6119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6CA5D1-1FAC-4747-9696-FAC7DFF560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81CE87-E3BC-497A-B3A7-69F4D05493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2D63E1-E34D-4E8E-9616-500536EDD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8534C5-39D6-4703-B322-56D94C8FB8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3FA137-4EAB-4C2F-88F2-B736D7624C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8ff90e8a64a38" /><Relationship Type="http://schemas.openxmlformats.org/officeDocument/2006/relationships/slideLayout" Target="/ppt/slideLayouts/slideLayout1.xml" Id="Raed5ae064885481a" /><Relationship Type="http://schemas.openxmlformats.org/officeDocument/2006/relationships/slideLayout" Target="/ppt/slideLayouts/slideLayout2.xml" Id="Ra2d6090fde834cee" /><Relationship Type="http://schemas.openxmlformats.org/officeDocument/2006/relationships/slideLayout" Target="/ppt/slideLayouts/slideLayout3.xml" Id="R16b810c82507487a" /><Relationship Type="http://schemas.openxmlformats.org/officeDocument/2006/relationships/slideLayout" Target="/ppt/slideLayouts/slideLayout4.xml" Id="R6ef13d0a85c744f2" /><Relationship Type="http://schemas.openxmlformats.org/officeDocument/2006/relationships/slideLayout" Target="/ppt/slideLayouts/slideLayout5.xml" Id="Rfc361313a11a44d5" /><Relationship Type="http://schemas.openxmlformats.org/officeDocument/2006/relationships/slideLayout" Target="/ppt/slideLayouts/slideLayout6.xml" Id="Rbc11d0c44e014b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d5ae064885481a"/>
    <p:sldLayoutId xmlns:r="http://schemas.openxmlformats.org/officeDocument/2006/relationships" id="2147483650" r:id="Ra2d6090fde834cee"/>
    <p:sldLayoutId xmlns:r="http://schemas.openxmlformats.org/officeDocument/2006/relationships" id="2147483651" r:id="R16b810c82507487a"/>
    <p:sldLayoutId xmlns:r="http://schemas.openxmlformats.org/officeDocument/2006/relationships" id="2147483652" r:id="R6ef13d0a85c744f2"/>
    <p:sldLayoutId xmlns:r="http://schemas.openxmlformats.org/officeDocument/2006/relationships" id="2147483653" r:id="Rfc361313a11a44d5"/>
    <p:sldLayoutId xmlns:r="http://schemas.openxmlformats.org/officeDocument/2006/relationships" id="2147483654" r:id="Rbc11d0c44e014b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8318c3895d4fee" /><Relationship Type="http://schemas.openxmlformats.org/officeDocument/2006/relationships/notesSlide" Target="/ppt/notesSlides/notesSlide1.xml" Id="R573c3e85de95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5445124a34c9f" /><Relationship Type="http://schemas.openxmlformats.org/officeDocument/2006/relationships/notesSlide" Target="/ppt/notesSlides/notesSlide2.xml" Id="R9bbd74fba5414c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75783928d4b22" /><Relationship Type="http://schemas.openxmlformats.org/officeDocument/2006/relationships/notesSlide" Target="/ppt/notesSlides/notesSlide3.xml" Id="R2c59abc93a294f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8c5a80f694da6" /><Relationship Type="http://schemas.openxmlformats.org/officeDocument/2006/relationships/notesSlide" Target="/ppt/notesSlides/notesSlide4.xml" Id="Rdc611cb70d9e4f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af45e269241c6" /><Relationship Type="http://schemas.openxmlformats.org/officeDocument/2006/relationships/notesSlide" Target="/ppt/notesSlides/notesSlide5.xml" Id="R1a5575c5d96848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e9bf0ffa34a99" /><Relationship Type="http://schemas.openxmlformats.org/officeDocument/2006/relationships/notesSlide" Target="/ppt/notesSlides/notesSlide6.xml" Id="R6bd09da3226f47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0f7012fd145a0" /><Relationship Type="http://schemas.openxmlformats.org/officeDocument/2006/relationships/notesSlide" Target="/ppt/notesSlides/notesSlide7.xml" Id="Rcd59f54c31b248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011be075f45f3" /><Relationship Type="http://schemas.openxmlformats.org/officeDocument/2006/relationships/notesSlide" Target="/ppt/notesSlides/notesSlide8.xml" Id="R9be99751623046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295d1756849c8" /><Relationship Type="http://schemas.openxmlformats.org/officeDocument/2006/relationships/notesSlide" Target="/ppt/notesSlides/notesSlide9.xml" Id="Rb9751f2c013748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4aa0506ac4bd1" /><Relationship Type="http://schemas.openxmlformats.org/officeDocument/2006/relationships/notesSlide" Target="/ppt/notesSlides/notesSlide10.xml" Id="R14917b6ccb2a42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e2e092a3f4c68" /><Relationship Type="http://schemas.openxmlformats.org/officeDocument/2006/relationships/notesSlide" Target="/ppt/notesSlides/notesSlide11.xml" Id="Rc291264451a14f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17d37af664214" /><Relationship Type="http://schemas.openxmlformats.org/officeDocument/2006/relationships/notesSlide" Target="/ppt/notesSlides/notesSlide12.xml" Id="Reff3d779945d47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b7ae86ac14721" /><Relationship Type="http://schemas.openxmlformats.org/officeDocument/2006/relationships/notesSlide" Target="/ppt/notesSlides/notesSlide13.xml" Id="Re4a32f4748164f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b23e6088d4ad5" /><Relationship Type="http://schemas.openxmlformats.org/officeDocument/2006/relationships/notesSlide" Target="/ppt/notesSlides/notesSlide14.xml" Id="R24848958b99b40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dafe93fe74bd6" /><Relationship Type="http://schemas.openxmlformats.org/officeDocument/2006/relationships/notesSlide" Target="/ppt/notesSlides/notesSlide15.xml" Id="Rf9b4fadb177040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ca9a8dd224042" /><Relationship Type="http://schemas.openxmlformats.org/officeDocument/2006/relationships/notesSlide" Target="/ppt/notesSlides/notesSlide16.xml" Id="R459f18e7a31a43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99008-F963-47E4-BF0C-02883B37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rPr>
              <a:t>15 分鐘 AI 小課堂　／　第 01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8ACF4-52FA-4518-9867-AEF8BE9E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哪些工作值得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找 AI 幫忙？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E5457-A728-4356-A32C-4394A0D8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8C5C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C5C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8C5CB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75898-9DB0-4902-A055-A79F785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7FD4CE"/>
                </a:solidFill>
                <a:latin typeface="Noto Sans TC"/>
                <a:ea typeface="Noto Sans TC"/>
                <a:cs typeface="Noto Sans TC"/>
              </a:rPr>
              <a:t>實作 PPT 切檔工具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B8C28-47E7-46FB-B733-ABAE4F8E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 分鐘觀念　＋　10 分鐘操作</a:t>
            </a:r>
          </a:p>
        </p:txBody>
      </p:sp>
    </p:spTree>
    <p:extLst>
      <p:ext uri="{BB962C8B-B14F-4D97-AF65-F5344CB8AC3E}">
        <p14:creationId xmlns:p14="http://schemas.microsoft.com/office/powerpoint/2010/main" val="692390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009F2-55CA-4AFD-A5C3-58CD7497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00:20–01:00　工作情境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1F506-EFD1-46AF-B0C4-48E7C0BB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40 頁簡報，每 4 頁另存一份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DD9C-F6AA-4640-9009-08A2BBB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0E033-7464-4BD6-9D8D-F4B58DC1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5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10 份檔案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26350-9433-476B-8861-CD946588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複製簡報、刪除其他頁面、另存新檔……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1AD08-8124-4E30-81BB-305B4D6E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你有哪些工作，也在反覆做相同動作？</a:t>
            </a:r>
          </a:p>
        </p:txBody>
      </p:sp>
    </p:spTree>
    <p:extLst>
      <p:ext uri="{BB962C8B-B14F-4D97-AF65-F5344CB8AC3E}">
        <p14:creationId xmlns:p14="http://schemas.microsoft.com/office/powerpoint/2010/main" val="1269358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640E4-3714-4F13-BA0D-A0EE8324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01:00–02:30　判斷任務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50B5-FD28-403E-A400-E03EA5F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適合先嘗試的工作，有三個特徵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3F515-652D-4E1C-908F-22ED1B2F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DABF5-6A6E-42E9-AC91-8193BF84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反覆做相同動作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C247C-39DF-4744-B403-ED1FC3E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例如：每月依部門拆分訓練名單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498A0-08E4-4CB8-BAD7-52A209A7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規則說得清楚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60FD0-73DA-4F11-B58F-9CD0CB46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例如：每 4 頁一份，或依指定頁碼拆分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DE404-7D3D-4BD7-BA6E-DE13500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結果容易檢查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02AA0-EB38-4BAC-8448-12E68FB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例如：核對頁數、內容與順序</a:t>
            </a:r>
          </a:p>
        </p:txBody>
      </p:sp>
    </p:spTree>
    <p:extLst>
      <p:ext uri="{BB962C8B-B14F-4D97-AF65-F5344CB8AC3E}">
        <p14:creationId xmlns:p14="http://schemas.microsoft.com/office/powerpoint/2010/main" val="10820083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FE12C-0D39-4A00-81E3-FEF04576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02:30–03:30　HR 資料處理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88968-2072-4DA4-9D7B-1FA31B83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開發工具，可以先不提供真實資料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65C59-5846-40B0-8CD9-E5EF215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9CFB9-969C-4EDB-BC94-B0802CF6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開發時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4E910-EF50-4E57-849E-5648FC93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提供需求文字，先不附公司簡報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680C0-E9CE-498B-AA38-3AC17EEC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測試時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8691C-A97D-4777-B70C-E621F92A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使用自製假資料與無機密範例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5E9C9-1B29-4724-A410-1798D984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HTML 不代表一定離線或不傳資料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F62DA-2C4A-4318-BCA0-7CF33725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需確認是否連網載入程式，以及是否上傳檔案內容。</a:t>
            </a:r>
          </a:p>
        </p:txBody>
      </p:sp>
    </p:spTree>
    <p:extLst>
      <p:ext uri="{BB962C8B-B14F-4D97-AF65-F5344CB8AC3E}">
        <p14:creationId xmlns:p14="http://schemas.microsoft.com/office/powerpoint/2010/main" val="1928989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89654-00C4-468A-BAB7-0CD83EAD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03:30–05:00　需求描述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5B033-2AE1-47EF-A8C6-61BCF78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說清楚需求的五個欄位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F877E-9262-48CF-AF14-1925F8D2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FC6FC-B5DB-4C8E-9BBB-C38693E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情境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51C50-03DA-401D-A6C9-3541286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經常把一份簡報拆成多份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83987-BEF2-43A2-9813-90823D4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289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輸入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E4340-837F-443E-88BF-FE812CD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一份 .pptx 簡報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DABDB-711F-4688-BF49-74139C60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規則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A6532-9134-46F5-AEAF-B0ABA831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固定張數，或每行指定一組頁碼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CC275-ADA2-4DE9-ABBA-D9AE24EF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輸出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5A07A-9A9F-4892-8130-F2ABF20B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9577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可開啟、可編輯的 .pptx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BF444-EEA8-413D-95F3-B4450B32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3605D-9CD0-404B-8DF5-291B0BF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292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繁體中文、保留版面、簡報內容不外傳</a:t>
            </a:r>
          </a:p>
        </p:txBody>
      </p:sp>
    </p:spTree>
    <p:extLst>
      <p:ext uri="{BB962C8B-B14F-4D97-AF65-F5344CB8AC3E}">
        <p14:creationId xmlns:p14="http://schemas.microsoft.com/office/powerpoint/2010/main" val="60235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5B3F8-BBBC-4681-A644-8BADB125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05:00–06:00　確認成果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2BBCB-0083-4341-8ECE-B080542E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今天要完成的兩種拆分方式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2DD19-B999-4DA9-9717-D954B77F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36C4D-70ED-4542-8E36-AB4F9E1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練習一　固定頁數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420EE-208C-4ED3-912C-CF8617B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每份 4 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04B7F-5FDD-42D4-994B-C42A7C58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第 1–4 頁、第 5–8 頁</a:t>
            </a:r>
          </a:p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兩份各 4 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A2820-705E-4682-BA09-26A6334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練習二　指定頁碼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39DF6-B143-4C6F-B9F9-2E60B59E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1-3</a:t>
            </a:r>
          </a:p>
          <a:p xmlns:a="http://schemas.openxmlformats.org/drawingml/2006/main">
            <a:pPr>
              <a:defRPr sz="30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5,7,8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E4C74-8B30-4330-A7E2-2940DA34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96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第 1、2、3 頁與第 5、7、8 頁</a:t>
            </a:r>
          </a:p>
          <a:p xmlns:a="http://schemas.openxmlformats.org/drawingml/2006/main">
            <a:pPr>
              <a:defRPr sz="202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兩份各 3 頁</a:t>
            </a:r>
          </a:p>
        </p:txBody>
      </p:sp>
    </p:spTree>
    <p:extLst>
      <p:ext uri="{BB962C8B-B14F-4D97-AF65-F5344CB8AC3E}">
        <p14:creationId xmlns:p14="http://schemas.microsoft.com/office/powerpoint/2010/main" val="78027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A9E48-E9D0-4D37-83DD-BB48F3CD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06:00–09:00　生成與開啟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82485-2660-4372-A503-759B6907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請 AI 製作第一版工具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DA58C-B1A5-47D2-BBB2-B09C0B21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B4673-AAE7-408B-8BBF-8EABFAD6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1　貼上需求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34FC6-4A57-4C7E-BEE6-128B5353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使用附錄完整提示詞，請 AI 提供 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BF9D0-94E0-4E42-A803-F1EED8E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2　下載檔案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48E51-A683-4797-99D3-67541355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若只有程式碼，用純文字編輯器存成 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A2BE-C7CD-4430-BE1D-9098F1AD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3　瀏覽器開啟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2E998-03AA-4095-85BC-47E4447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確認選檔、模式切換與拆分功能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C7EEB-A3AF-42EC-9242-EE931CBF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留意副檔名：應為 .html，避免存成 .html.txt</a:t>
            </a:r>
          </a:p>
        </p:txBody>
      </p:sp>
    </p:spTree>
    <p:extLst>
      <p:ext uri="{BB962C8B-B14F-4D97-AF65-F5344CB8AC3E}">
        <p14:creationId xmlns:p14="http://schemas.microsoft.com/office/powerpoint/2010/main" val="433343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CBADC-C7E7-4236-B2AD-9875E509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09:00–11:00　動手操作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7F7DA-BD0F-45A4-92D2-6F142ACC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兩個練習，都用同一份 8 頁簡報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B7DFA-0A29-4618-B098-6A2A4AA7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6055A-4C74-4C3E-8C3F-50302E44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固定頁數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295AA-6D82-479A-9B71-94E6190A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選擇每份 4 頁，預覽後輸出兩份 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8C5B2-F9BB-4F11-A1C8-522F2A44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指定頁碼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AE1A9-D610-4433-84F8-0B4D78B3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輸入兩行：1-3 與 5,7,8，再輸出兩份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63F0C-066E-44D7-ABF8-378827F1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共同步驟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DDC7C-FCC1-4EE2-A586-638F5BA2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9577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選檔 → 設定 → 確認分組 → 拆分下載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6BC99-5C30-4CC5-9104-7D31FA6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指定頁碼也支援混合寫法：1-3,6,8</a:t>
            </a:r>
          </a:p>
        </p:txBody>
      </p:sp>
    </p:spTree>
    <p:extLst>
      <p:ext uri="{BB962C8B-B14F-4D97-AF65-F5344CB8AC3E}">
        <p14:creationId xmlns:p14="http://schemas.microsoft.com/office/powerpoint/2010/main" val="1121122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E489C-FD43-41BA-B41C-9FF22887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11:00–13:00　驗收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45046-3F0F-4510-9A69-CCE58A47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檔案能下載，還要確認結果正確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D4C09-826D-4229-880E-A6B053E9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81405-3780-4B54-A4FB-3E19EC4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開檔與頁數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3D5EA-E8DD-4E06-935D-CCDDEDD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無修復提示；固定模式各 4 頁、指定模式各 3 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F0CA3-A617-427D-8416-934DD2DF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內容與順序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A4376-B54B-4F3D-81D1-FCF042F8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6227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逐頁比對原稿，沒有遺漏或多出頁面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44101-B6F7-40C3-9762-EFB94FE3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格式與編輯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99843-368E-44BB-94C1-CEAA35F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文字、圖片、表格正常，文字仍可編輯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1A3B9-4F61-4049-9205-C1594582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958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章節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4A839-E2ED-4A82-8681-EBDBF24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95825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只保留仍有投影片的章節，沒有空白章節</a:t>
            </a:r>
          </a:p>
        </p:txBody>
      </p:sp>
    </p:spTree>
    <p:extLst>
      <p:ext uri="{BB962C8B-B14F-4D97-AF65-F5344CB8AC3E}">
        <p14:creationId xmlns:p14="http://schemas.microsoft.com/office/powerpoint/2010/main" val="2071833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FF401-6FCF-4AD5-8D66-97A99C5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13:00–14:00　修正或延伸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F863B-7C35-4AEA-B7B4-4276BCBD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回報問題時，提供可重現的線索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30501-99BD-4EDC-9D66-474A9D4B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CEDFE-4DE6-4AA9-808B-C959D5DB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我的操作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E5658-4025-44DB-838F-9DE6D8EE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8 頁簡報，指定 1-3 與 5,7,8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EC520-7442-42D5-A359-77E97E8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預期結果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F34A9-AEED-4FC7-892A-E3685012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兩份各 3 頁，能正常開啟與編輯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34097-DD8A-4B6D-86AB-CB3CFA76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719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實際結果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B70C1-4CFB-4EFA-9DB7-91C80C63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719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例如：第二份 PPT 無法開啟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30086-568F-4641-985F-A2907DAC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錯誤訊息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81AC5-6C76-4679-A5FC-AD94920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貼上實際文字，沒有就寫「沒有」</a:t>
            </a:r>
          </a:p>
        </p:txBody>
      </p:sp>
    </p:spTree>
    <p:extLst>
      <p:ext uri="{BB962C8B-B14F-4D97-AF65-F5344CB8AC3E}">
        <p14:creationId xmlns:p14="http://schemas.microsoft.com/office/powerpoint/2010/main" val="2086529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C6661-50A1-4EA5-A809-1C195129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14:00–14:40　課堂收尾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2B187-D5D1-461D-8E73-F5DCA57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你的第一個 AI 應用情境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68BAB-598F-4A36-BA08-58044521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34507-41FA-4791-BE70-9170CFFF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我想找 AI 協助的工作是＿＿＿＿</a:t>
            </a:r>
          </a:p>
          <a:p xmlns:a="http://schemas.openxmlformats.org/drawingml/2006/main">
            <a:pPr>
              <a:defRPr sz="30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最常重複的動作是＿＿＿＿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7D2AE-80E0-4AAA-A43E-64F0282D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例如：依部門拆名單、合併課程紀錄、檢查申請表缺漏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5E5EC-4BCB-4DE9-B7CE-99BD3AB6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課後補充：輸入資料、處理規則、輸出結果、驗收方式</a:t>
            </a:r>
          </a:p>
        </p:txBody>
      </p:sp>
    </p:spTree>
    <p:extLst>
      <p:ext uri="{BB962C8B-B14F-4D97-AF65-F5344CB8AC3E}">
        <p14:creationId xmlns:p14="http://schemas.microsoft.com/office/powerpoint/2010/main" val="18636702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3B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72194-FAB6-4C96-8ECC-4AB915E9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rPr>
              <a:t>14:40–15:00　第二堂課預告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87268-6722-4E63-B7EF-36195AAD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有機密資訊，怎麼運用 AI？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828BE-4531-4C43-988F-1D01876E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8C5CB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C5C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8C5CB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217F8-BB1F-4AB0-8FDD-158FD12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7FD4CE"/>
                </a:solidFill>
                <a:latin typeface="Noto Sans TC"/>
                <a:ea typeface="Noto Sans TC"/>
                <a:cs typeface="Noto Sans TC"/>
              </a:rPr>
              <a:t>HR 的工作還是能用 AI 協助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B5234-BFBB-42A3-B6B4-068F2246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哪些資料需要移除、遮蔽或改用代碼？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如何用假資料描述需求與測試工具？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如何確認工具是否連網、是否傳送資料？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266B9-C976-4F35-80AD-CEBE8DC4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7FD4C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7FD4CE"/>
                </a:solidFill>
                <a:latin typeface="Noto Sans TC"/>
                <a:ea typeface="Noto Sans TC"/>
                <a:cs typeface="Noto Sans TC"/>
              </a:rPr>
              <a:t>下次練習：把一份假造 HR 名單，整理成可用的需求範例</a:t>
            </a:r>
          </a:p>
        </p:txBody>
      </p:sp>
    </p:spTree>
    <p:extLst>
      <p:ext uri="{BB962C8B-B14F-4D97-AF65-F5344CB8AC3E}">
        <p14:creationId xmlns:p14="http://schemas.microsoft.com/office/powerpoint/2010/main" val="1779226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2145C-E9E9-47BA-8775-2173A98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課前發放／課後參考，不占 15 分鐘主課程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0441F-1CD4-4F8C-83BB-56E7A4DC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附錄 A1　提示詞：介面與固定拆分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F052C-473E-43F3-8DD9-9C284E14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26676-86F1-4940-A62D-6BDF3179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076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我是一位 HR，經常需要將一份 PowerPoint 簡報拆成多份檔案。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請製作瀏覽器可開啟的單一 HTML，提供以下兩種拆分模式。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【基本介面】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使用繁體中文，可選取一份 .pptx，顯示檔名與投影片總頁數。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使用者可切換「固定頁數」及「指定頁碼」模式。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【模式一：固定頁數拆分】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使用者輸入每份張數，僅接受正整數。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例如 10 頁、每份 4 頁，輸出 1–4、5–8、9–10，共三份。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最後不足指定張數的頁面，仍輸出成一份。</a:t>
            </a:r>
          </a:p>
        </p:txBody>
      </p:sp>
    </p:spTree>
    <p:extLst>
      <p:ext uri="{BB962C8B-B14F-4D97-AF65-F5344CB8AC3E}">
        <p14:creationId xmlns:p14="http://schemas.microsoft.com/office/powerpoint/2010/main" val="845770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4C7ED-5BEA-486A-BA21-40F80A7B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課前發放／課後參考，不占 15 分鐘主課程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862AE-4DD1-4343-A3B3-8E61FB79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附錄 A2　提示詞：指定頁碼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C85EA-0CBA-4064-A964-C1E2DD7F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A92A5-D256-4E3D-AD1B-FE68344C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076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【模式二：指定頁碼拆分】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每行代表一份檔案，支援 1-4、1,3,5、1-3,6,8。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例如兩行 1-4 與 5,7,8，輸出對應的兩份 PPT。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頁碼從 1 開始，以原簡報實際投影片順序為準。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每份依原簡報順序排列，同組重複頁碼只保留一次。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不同組可以包含相同頁碼，例如每份都保留第 1 頁。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支援中文逗號，忽略多餘空白及空白行。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超出範圍、0、負數或格式錯誤時，指出哪一行有問題。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使用者修正前不可執行拆分。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拆分前預覽每份檔名、包含頁碼與總張數，供使用者確認。</a:t>
            </a:r>
          </a:p>
        </p:txBody>
      </p:sp>
    </p:spTree>
    <p:extLst>
      <p:ext uri="{BB962C8B-B14F-4D97-AF65-F5344CB8AC3E}">
        <p14:creationId xmlns:p14="http://schemas.microsoft.com/office/powerpoint/2010/main" val="7663786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CD668-59CD-4999-BA2D-D5E5EB5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課前發放／課後參考，不占 15 分鐘主課程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A3846-885D-44BF-BDEB-5A012B13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附錄 A3　提示詞：輸出與資料處理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3EBF2-EA97-4C15-99CB-ADF50297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51FFD-ED65-45F4-A785-2F0286E3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076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【輸出需求】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輸出可正常開啟、可編輯的 .pptx，不轉為圖片或 PDF。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盡可能保留文字、圖片、表格、版型與格式，明列無法保留的功能。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檔名包含原始檔名及組別編號，可逐一下載或打包 ZIP 全部下載。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只保留仍有投影片的章節，移除空白章節，部分保留者沿用原名稱。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【資料處理】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簡報內容必須在本機瀏覽器處理，不得上傳伺服器或 AI 服務。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不加入追蹤、分析或任何傳送檔案內容的功能。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若需連網載入第三方程式庫，請說明，不可稱為完全離線版。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請提供完整 HTML，若可直接下載請提供檔案。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用簡單步驟說明如何儲存、開啟與測試。</a:t>
            </a:r>
          </a:p>
        </p:txBody>
      </p:sp>
    </p:spTree>
    <p:extLst>
      <p:ext uri="{BB962C8B-B14F-4D97-AF65-F5344CB8AC3E}">
        <p14:creationId xmlns:p14="http://schemas.microsoft.com/office/powerpoint/2010/main" val="11436208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660D2-A7F7-4321-AF2B-D77421ED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F82"/>
                </a:solidFill>
                <a:latin typeface="Noto Sans TC"/>
                <a:ea typeface="Noto Sans TC"/>
                <a:cs typeface="Noto Sans TC"/>
              </a:rPr>
              <a:t>課前發放／課後參考，不占 15 分鐘主課程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66471-713B-4773-9125-50730850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附錄 B　講師課前準備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22038-F50B-407B-8FFA-8C8206AA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66C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004FB-7996-4536-A6AF-0A927859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0763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示範簡報：自製 8 頁 .pptx，每頁標示原始頁碼。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內容包括文字、圖片與表格，方便檢查格式與可編輯性。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第 1–4 頁設為「課程 A」，第 5–8 頁設為「課程 B」。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環境：公司核准的 AI、瀏覽器及可開啟 .pptx 的 PowerPoint。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材料：將 A1–A3 合併為完整提示詞，預先提供學員複製。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備援：準備一份事先驗證可用的 HTML 切檔工具。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時間控制：第 9 分鐘仍未生成可用工具，就切換備用版。</a:t>
            </a:r>
          </a:p>
          <a:p xmlns:a="http://schemas.openxmlformats.org/drawingml/2006/main">
            <a:pPr>
              <a:def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183B47"/>
                </a:solidFill>
                <a:latin typeface="Noto Sans TC"/>
                <a:ea typeface="Noto Sans TC"/>
                <a:cs typeface="Noto Sans TC"/>
              </a:rPr>
              <a:t>本堂完成標準：完成兩種模式、開檔驗收，提出自己的工作情境。</a:t>
            </a:r>
          </a:p>
        </p:txBody>
      </p:sp>
    </p:spTree>
    <p:extLst>
      <p:ext uri="{BB962C8B-B14F-4D97-AF65-F5344CB8AC3E}">
        <p14:creationId xmlns:p14="http://schemas.microsoft.com/office/powerpoint/2010/main" val="1742237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2026-10-17T02:47:13.6910000Z</dcterms:created>
  <dcterms:modified xsi:type="dcterms:W3CDTF">2026-10-17T02:47:13.6910000Z</dcterms:modified>
</coreProperties>
</file>